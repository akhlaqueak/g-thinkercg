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9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A2B9B-8192-7145-B50C-D06E2311807A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A27FA-FAE0-194C-8CB8-44650179A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21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4C1CA-7DDC-3A46-8912-733879E012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69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8C70E-D0D3-1223-8D09-8497D39D2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65158-4A69-22C6-0C1D-428438B12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3022A-F0F8-F082-AD4C-E42A3AD8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B56B1-C4AF-2989-3943-DD0969F1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1D880-AB94-822E-1C6B-4B59306D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0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EBDC-D56E-2CFD-77D5-38AD8F02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E5170-E463-1671-B607-6458D6B70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1FD1E-C562-47F2-D39A-EC70DAF92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A883B-DF01-36CA-D3DE-CCA37667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B41A1-4DBE-9B58-801B-00544E07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8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3C344-165A-D7ED-487A-FD33DC88B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1C7FD-FA35-9F01-FAEE-DDC294D3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3F465-F09B-5756-EC13-2FD1ACCC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2A08E-0ED5-FD9C-F24D-AC841342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82A9E-9C28-4D5D-8762-011F0834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2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37DA7-9CFA-1DC7-29C4-36160D92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B83F2-2DAD-2C48-E73D-3D965542D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1D5DD-83A1-74AF-E508-10B53EA90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78CDC-A4A2-72C2-B1F8-21E009626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83A3D-53BF-6836-9325-2626F26A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7B572-18B9-6E7C-A474-2F2FD364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43DC1-36F0-9FCB-07D6-1419FDA6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517FD-0763-723A-BD53-B6318A998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7C928-11E4-3D0C-67C8-3736E4EE1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2D3AE4-605B-4A06-1296-6226653CE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F26D8-B10F-A196-90B9-1C61EE042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207F5C-AF6F-2868-A7A6-7F4E16E4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B4EB3-BE84-4B64-F147-D4C63F8A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C526E8-7D44-53F2-1FFF-F84B34CE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9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B31A-F9B1-5F53-E507-6E329126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CA8270-C0AA-2491-0002-925D70B8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5BAC2-2411-8E97-A219-482970F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8EFF4-52F0-8F7D-7042-2884A704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FF0D1-DD21-9C09-7F75-6C01F1136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D47BF-4575-2F66-065C-B8EEAC41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4C638-ECB7-D7BE-8106-AA3C24D5C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15168-4AC7-FCBF-D884-CFD12330E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A0173-FEA6-BD8E-B217-805A32ECA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0DB3F-971A-ED5C-8FCA-02041AB97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26D99-1582-0C11-24BD-A37D55C00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0BA7E-0370-553E-573E-160B886F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52B86-40A1-FFD1-285A-A2023E73D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6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C57D-777B-4E38-F3FC-36B6C500D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7D8BF2-7C38-4579-AA25-90AD03C60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717DF-9CA9-8EF4-2721-C257ED9A2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8B0B3-4439-BA78-B469-4975EC5B9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EEC48-A4CF-AAC5-5D26-63869B0F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62E2F-208F-9D27-AC2C-2319C807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6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67BB-CFF2-ED3A-5693-68AD54C8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90372-EF3E-E91E-0C77-708CCF958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E6CCA-4E32-8BFB-EEC8-076D9F931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F62FB-B6BE-A5DE-9904-6461941A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C2A9A-E45C-9089-2FDE-975A961D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50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8AFF9-AC5A-5AF9-C9BA-14A93E32D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CFE81-4849-8B5F-91F1-2EC12C251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8EF46-AB31-0D9B-2867-7C1D5D939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20532-7534-14CB-B8A8-D39399087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A5220-B190-ADD2-6250-C37AA58A9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3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0F74C2-C928-D523-09A3-3AAE05350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6AD07-D5F8-9C56-CD4D-8B593EA8E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B2961-44A9-4375-A5A2-58DA4A177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8A070-0E84-8E40-BDBB-1CCCEB6C66B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F61ED-DD46-1A68-1D8B-EF0F7EA6B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EB08E-0CD8-E72F-F068-5DB6D2501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75A1D-1D8E-1D4B-B13C-FF4E8405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8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D26F63-FE3F-B6A9-EE9C-58E6DFDFA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740983"/>
              </p:ext>
            </p:extLst>
          </p:nvPr>
        </p:nvGraphicFramePr>
        <p:xfrm>
          <a:off x="1223375" y="1367121"/>
          <a:ext cx="9621834" cy="4123758"/>
        </p:xfrm>
        <a:graphic>
          <a:graphicData uri="http://schemas.openxmlformats.org/drawingml/2006/table">
            <a:tbl>
              <a:tblPr/>
              <a:tblGrid>
                <a:gridCol w="1439559">
                  <a:extLst>
                    <a:ext uri="{9D8B030D-6E8A-4147-A177-3AD203B41FA5}">
                      <a16:colId xmlns:a16="http://schemas.microsoft.com/office/drawing/2014/main" val="2973545624"/>
                    </a:ext>
                  </a:extLst>
                </a:gridCol>
                <a:gridCol w="745402">
                  <a:extLst>
                    <a:ext uri="{9D8B030D-6E8A-4147-A177-3AD203B41FA5}">
                      <a16:colId xmlns:a16="http://schemas.microsoft.com/office/drawing/2014/main" val="369882124"/>
                    </a:ext>
                  </a:extLst>
                </a:gridCol>
                <a:gridCol w="745402">
                  <a:extLst>
                    <a:ext uri="{9D8B030D-6E8A-4147-A177-3AD203B41FA5}">
                      <a16:colId xmlns:a16="http://schemas.microsoft.com/office/drawing/2014/main" val="3812125455"/>
                    </a:ext>
                  </a:extLst>
                </a:gridCol>
                <a:gridCol w="752289">
                  <a:extLst>
                    <a:ext uri="{9D8B030D-6E8A-4147-A177-3AD203B41FA5}">
                      <a16:colId xmlns:a16="http://schemas.microsoft.com/office/drawing/2014/main" val="3678271647"/>
                    </a:ext>
                  </a:extLst>
                </a:gridCol>
                <a:gridCol w="713983">
                  <a:extLst>
                    <a:ext uri="{9D8B030D-6E8A-4147-A177-3AD203B41FA5}">
                      <a16:colId xmlns:a16="http://schemas.microsoft.com/office/drawing/2014/main" val="58799652"/>
                    </a:ext>
                  </a:extLst>
                </a:gridCol>
                <a:gridCol w="839244">
                  <a:extLst>
                    <a:ext uri="{9D8B030D-6E8A-4147-A177-3AD203B41FA5}">
                      <a16:colId xmlns:a16="http://schemas.microsoft.com/office/drawing/2014/main" val="4276073019"/>
                    </a:ext>
                  </a:extLst>
                </a:gridCol>
                <a:gridCol w="789140">
                  <a:extLst>
                    <a:ext uri="{9D8B030D-6E8A-4147-A177-3AD203B41FA5}">
                      <a16:colId xmlns:a16="http://schemas.microsoft.com/office/drawing/2014/main" val="2463051741"/>
                    </a:ext>
                  </a:extLst>
                </a:gridCol>
                <a:gridCol w="764088">
                  <a:extLst>
                    <a:ext uri="{9D8B030D-6E8A-4147-A177-3AD203B41FA5}">
                      <a16:colId xmlns:a16="http://schemas.microsoft.com/office/drawing/2014/main" val="1472400282"/>
                    </a:ext>
                  </a:extLst>
                </a:gridCol>
                <a:gridCol w="739035">
                  <a:extLst>
                    <a:ext uri="{9D8B030D-6E8A-4147-A177-3AD203B41FA5}">
                      <a16:colId xmlns:a16="http://schemas.microsoft.com/office/drawing/2014/main" val="3895771630"/>
                    </a:ext>
                  </a:extLst>
                </a:gridCol>
                <a:gridCol w="700827">
                  <a:extLst>
                    <a:ext uri="{9D8B030D-6E8A-4147-A177-3AD203B41FA5}">
                      <a16:colId xmlns:a16="http://schemas.microsoft.com/office/drawing/2014/main" val="1879828629"/>
                    </a:ext>
                  </a:extLst>
                </a:gridCol>
                <a:gridCol w="733647">
                  <a:extLst>
                    <a:ext uri="{9D8B030D-6E8A-4147-A177-3AD203B41FA5}">
                      <a16:colId xmlns:a16="http://schemas.microsoft.com/office/drawing/2014/main" val="849871257"/>
                    </a:ext>
                  </a:extLst>
                </a:gridCol>
                <a:gridCol w="659218">
                  <a:extLst>
                    <a:ext uri="{9D8B030D-6E8A-4147-A177-3AD203B41FA5}">
                      <a16:colId xmlns:a16="http://schemas.microsoft.com/office/drawing/2014/main" val="2931578335"/>
                    </a:ext>
                  </a:extLst>
                </a:gridCol>
              </a:tblGrid>
              <a:tr h="21764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|V|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|E|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lang="en-US" sz="1100" b="1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1100" b="1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-AIMD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GPU-Layered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GPU-Hybrid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CPU-Only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CPU+GPU</a:t>
                      </a: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GH2G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CG2GH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Gain</a:t>
                      </a:r>
                      <a:r>
                        <a:rPr lang="en-US" sz="9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CG2C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73810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soc-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sinaweibo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58.66M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522.6M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278.5K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144.3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19.4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527825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web-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wikipedia_link_en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25.92M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1086.4M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4271.3K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151.5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222.6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147.7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227.7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117.9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472566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frwiki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8.833M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105.9M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2126.4K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306.4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48.3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139826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cebwiki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8.483M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23.59M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8421.4K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24725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svwiki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7.570M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43.88M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5670.0K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4.53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600743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eswiki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5.868M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61.17M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959.3K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123.5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19.3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348176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5.829M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110.4M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818.2K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79.4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245.5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33.7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274640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enwiktionary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5.813M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54.24M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3504.0K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385824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wikipedia_link_sh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3.924M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152.9M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254.6K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483.4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483.7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481.9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450.8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127.7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3.77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785015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wikipedia_link_de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3.604M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155.1M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434.2K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147.7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196.6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58.1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19520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frwiktionary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3.412M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26.85M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2487.1K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70724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wikipedia_link_ru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3.370M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143.9M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282.6K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156.7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73.6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42.9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062590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wikipedia_link_fr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3.333M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200.9M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399.4K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281.4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237.1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199.8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834.2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160.5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068681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wikipedia_link_sr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3.175M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206.6M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369.6K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434.1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494.0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409.9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346.2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158.1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130043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orkut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-links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3.072M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234.4M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33.31K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281.8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44.7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095371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arwiki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2.940M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20.97M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916.7K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4.4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985025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wikipedia_link_nl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2.623M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94.93M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900.4K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31.8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251326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wiki-Talk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2.394M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9.319M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100.0K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317441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wikipedia_link_it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2.149M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155.8M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286.6K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33.9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38.2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110.6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19.7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117475"/>
                  </a:ext>
                </a:extLst>
              </a:tr>
              <a:tr h="20618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topcats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1.791M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50.89M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238.3K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3.0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4.5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2.7</a:t>
                      </a:r>
                    </a:p>
                  </a:txBody>
                  <a:tcPr marL="8591" marR="8591" marT="85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28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006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291</Words>
  <Application>Microsoft Macintosh PowerPoint</Application>
  <PresentationFormat>Widescreen</PresentationFormat>
  <Paragraphs>253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Akhlaque</dc:creator>
  <cp:lastModifiedBy>Ahmad, Akhlaque</cp:lastModifiedBy>
  <cp:revision>1</cp:revision>
  <dcterms:created xsi:type="dcterms:W3CDTF">2026-08-26T22:19:53Z</dcterms:created>
  <dcterms:modified xsi:type="dcterms:W3CDTF">2026-08-26T22:21:32Z</dcterms:modified>
</cp:coreProperties>
</file>