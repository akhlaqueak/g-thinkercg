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38" d="100"/>
          <a:sy n="138" d="100"/>
        </p:scale>
        <p:origin x="-640" y="-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31019-D8C7-5036-EDF4-F550042EC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2ED2A-6A9F-C6BF-40B1-DF14B58EA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02E54-0E7C-3944-717D-C3F4B72D3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25FD-6E14-0241-9A06-26BA51A76CE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44883-3A34-CF29-4091-684569438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21407-ABFA-AC8E-83E9-03829815E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19E11-F7E6-C346-8D9E-85CDB26CA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38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987BD-6122-5B71-5611-DA146768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2C1FB-28F4-D2BD-EA6B-81329643E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C96E7-7F2C-DB7A-9071-4F8D3EA09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25FD-6E14-0241-9A06-26BA51A76CE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ADC74-4222-97D6-CFFC-334FA9D3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16DF8-35FA-AF70-4140-14D7D5C1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19E11-F7E6-C346-8D9E-85CDB26CA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5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5FB1C-DE71-0884-F3D0-DE78F11D4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66582-0B2A-FBC4-CA73-CF27C013F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94D86-37DC-1AA3-C80A-AB49A4A4E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25FD-6E14-0241-9A06-26BA51A76CE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BEEEE-96AA-5A0C-9D0F-930201CBA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C929D-C190-5319-C5E9-7DC1FC5C1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19E11-F7E6-C346-8D9E-85CDB26CA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94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CFC04-7E8D-FD63-31DD-E614CA24B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CA35E-C6D6-1AD7-4F70-45EAA2303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989A7-ECE3-926E-28D6-EE44052E0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622A4-8D05-1ACB-A304-690F3BDB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25FD-6E14-0241-9A06-26BA51A76CE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680EC-9929-66CB-90D3-C875AAC8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ED39C-5EDF-41DF-223D-5731DF343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19E11-F7E6-C346-8D9E-85CDB26CA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27580-2ADB-B2B7-F040-C07E13EB1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8387B-E470-B69F-3C1C-E513C96C1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736E2-9E75-2267-8888-C1C15A59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D9887F-8D29-3C44-3742-6279131F3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2946BF-23CE-19C7-7D65-6759702B2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FA144B-E498-FE0C-A287-16557AD5B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25FD-6E14-0241-9A06-26BA51A76CE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D7CB81-0671-FD2E-1537-FCF845DE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E539DB-4D11-D6E5-D788-BCD1999CE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19E11-F7E6-C346-8D9E-85CDB26CA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42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802D-8D75-87B1-C315-09C816B0F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FB5246-996E-84BA-FA1D-61A8ED1B5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25FD-6E14-0241-9A06-26BA51A76CE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10D3D-A764-2354-E408-438EFF549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3AEF7-AC84-2412-275E-B5AC12546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19E11-F7E6-C346-8D9E-85CDB26CA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71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437AC-FD4B-9531-9740-212AE2867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25FD-6E14-0241-9A06-26BA51A76CE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B44D63-6614-E099-A690-32D9553E2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9E5EF-9BC9-2BDD-E3CA-116CABD22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19E11-F7E6-C346-8D9E-85CDB26CA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92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7EC37-4749-A547-D49C-9B2386E6A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AB5C5-2DA8-DE68-487B-9D98C8E76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49957D-4839-C248-06E4-29F8275C7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096CE-E999-3D28-47DF-9D19EF7C7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25FD-6E14-0241-9A06-26BA51A76CE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0B184-26E0-562C-2388-32973EBC9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EE06B-EFCF-89EA-8855-C954C2320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19E11-F7E6-C346-8D9E-85CDB26CA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5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64F1B-E55E-98BF-C086-99DA84549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D80AA5-6587-FAB1-6B4F-25FFFC32D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DEA85-85CB-C63D-A026-993762716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67512-6113-FAC5-3C8B-4C685C28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25FD-6E14-0241-9A06-26BA51A76CE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22575-8D83-F8F9-6D51-D6CFCD2C0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BC0E6-7A52-8535-C103-231189C9A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19E11-F7E6-C346-8D9E-85CDB26CA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61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B066A-CDCB-646D-6C93-4A4685833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6FFD2-4820-02A8-A003-1E9058DD1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DE464-CF29-AF23-D313-657BCADD8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25FD-6E14-0241-9A06-26BA51A76CE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BB12C-48CA-8663-2FFC-FE2A5E9F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E49C4-6A22-13CE-0293-DC169575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19E11-F7E6-C346-8D9E-85CDB26CA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88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4E9ED3-F47C-069D-6EFE-1572C44A0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186A2-E8F4-A059-1DAF-A6F786D1D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2721B-41E3-AA8C-4E55-5B6D1B39D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25FD-6E14-0241-9A06-26BA51A76CE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9BE50-CD29-4930-B5ED-415292E8B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051CB-E97E-0658-0C29-2F6D268DA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19E11-F7E6-C346-8D9E-85CDB26CA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5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E4D995-9B2F-5BB6-486A-1476F3B3D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9D605-532F-9C57-33A2-6724A9B0F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36BF7-5F08-EA45-19CA-618F72B3D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E25FD-6E14-0241-9A06-26BA51A76CE7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E5E11-52F7-DD35-7DBE-FF108AE07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D14EF-B819-1827-BB2D-7EFA78FD2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519E11-F7E6-C346-8D9E-85CDB26CA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59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0DF4D-AD84-4CB0-1626-65EC9A5F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19B05F-E9CB-10F6-EF89-A7D72B7CF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102140"/>
              </p:ext>
            </p:extLst>
          </p:nvPr>
        </p:nvGraphicFramePr>
        <p:xfrm>
          <a:off x="2493818" y="2288541"/>
          <a:ext cx="8257309" cy="2280917"/>
        </p:xfrm>
        <a:graphic>
          <a:graphicData uri="http://schemas.openxmlformats.org/drawingml/2006/table">
            <a:tbl>
              <a:tblPr/>
              <a:tblGrid>
                <a:gridCol w="1057582">
                  <a:extLst>
                    <a:ext uri="{9D8B030D-6E8A-4147-A177-3AD203B41FA5}">
                      <a16:colId xmlns:a16="http://schemas.microsoft.com/office/drawing/2014/main" val="2814721784"/>
                    </a:ext>
                  </a:extLst>
                </a:gridCol>
                <a:gridCol w="648613">
                  <a:extLst>
                    <a:ext uri="{9D8B030D-6E8A-4147-A177-3AD203B41FA5}">
                      <a16:colId xmlns:a16="http://schemas.microsoft.com/office/drawing/2014/main" val="2886524223"/>
                    </a:ext>
                  </a:extLst>
                </a:gridCol>
                <a:gridCol w="635639">
                  <a:extLst>
                    <a:ext uri="{9D8B030D-6E8A-4147-A177-3AD203B41FA5}">
                      <a16:colId xmlns:a16="http://schemas.microsoft.com/office/drawing/2014/main" val="194284903"/>
                    </a:ext>
                  </a:extLst>
                </a:gridCol>
                <a:gridCol w="583751">
                  <a:extLst>
                    <a:ext uri="{9D8B030D-6E8A-4147-A177-3AD203B41FA5}">
                      <a16:colId xmlns:a16="http://schemas.microsoft.com/office/drawing/2014/main" val="3940146635"/>
                    </a:ext>
                  </a:extLst>
                </a:gridCol>
                <a:gridCol w="505919">
                  <a:extLst>
                    <a:ext uri="{9D8B030D-6E8A-4147-A177-3AD203B41FA5}">
                      <a16:colId xmlns:a16="http://schemas.microsoft.com/office/drawing/2014/main" val="3340376325"/>
                    </a:ext>
                  </a:extLst>
                </a:gridCol>
                <a:gridCol w="547174">
                  <a:extLst>
                    <a:ext uri="{9D8B030D-6E8A-4147-A177-3AD203B41FA5}">
                      <a16:colId xmlns:a16="http://schemas.microsoft.com/office/drawing/2014/main" val="2215280343"/>
                    </a:ext>
                  </a:extLst>
                </a:gridCol>
                <a:gridCol w="672216">
                  <a:extLst>
                    <a:ext uri="{9D8B030D-6E8A-4147-A177-3AD203B41FA5}">
                      <a16:colId xmlns:a16="http://schemas.microsoft.com/office/drawing/2014/main" val="401452201"/>
                    </a:ext>
                  </a:extLst>
                </a:gridCol>
                <a:gridCol w="555123">
                  <a:extLst>
                    <a:ext uri="{9D8B030D-6E8A-4147-A177-3AD203B41FA5}">
                      <a16:colId xmlns:a16="http://schemas.microsoft.com/office/drawing/2014/main" val="283562467"/>
                    </a:ext>
                  </a:extLst>
                </a:gridCol>
                <a:gridCol w="555123">
                  <a:extLst>
                    <a:ext uri="{9D8B030D-6E8A-4147-A177-3AD203B41FA5}">
                      <a16:colId xmlns:a16="http://schemas.microsoft.com/office/drawing/2014/main" val="3122555536"/>
                    </a:ext>
                  </a:extLst>
                </a:gridCol>
                <a:gridCol w="630424">
                  <a:extLst>
                    <a:ext uri="{9D8B030D-6E8A-4147-A177-3AD203B41FA5}">
                      <a16:colId xmlns:a16="http://schemas.microsoft.com/office/drawing/2014/main" val="946168527"/>
                    </a:ext>
                  </a:extLst>
                </a:gridCol>
                <a:gridCol w="674254">
                  <a:extLst>
                    <a:ext uri="{9D8B030D-6E8A-4147-A177-3AD203B41FA5}">
                      <a16:colId xmlns:a16="http://schemas.microsoft.com/office/drawing/2014/main" val="3749520733"/>
                    </a:ext>
                  </a:extLst>
                </a:gridCol>
                <a:gridCol w="591128">
                  <a:extLst>
                    <a:ext uri="{9D8B030D-6E8A-4147-A177-3AD203B41FA5}">
                      <a16:colId xmlns:a16="http://schemas.microsoft.com/office/drawing/2014/main" val="3918946421"/>
                    </a:ext>
                  </a:extLst>
                </a:gridCol>
                <a:gridCol w="600363">
                  <a:extLst>
                    <a:ext uri="{9D8B030D-6E8A-4147-A177-3AD203B41FA5}">
                      <a16:colId xmlns:a16="http://schemas.microsoft.com/office/drawing/2014/main" val="3602121528"/>
                    </a:ext>
                  </a:extLst>
                </a:gridCol>
              </a:tblGrid>
              <a:tr h="2915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|V|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|E|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  <a:r>
                        <a:rPr lang="en-US" sz="1000" b="1" i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10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𝜏</a:t>
                      </a:r>
                      <a:r>
                        <a:rPr lang="en-US" sz="1000" b="1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size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γ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# root tasks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= 1 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= 2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= 3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= 4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= 5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 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= 10</a:t>
                      </a:r>
                    </a:p>
                  </a:txBody>
                  <a:tcPr marL="6695" marR="6695" marT="669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071191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socfb</a:t>
                      </a: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-B-anon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2.938M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41.92M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4356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399,864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801.2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607.6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678.6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629.5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656.3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683.5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901679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Flixster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2.523M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15.84M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1474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41,319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117.0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25.3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27.1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27.7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826401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soc-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pokec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1.633M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44.60M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14,854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573,021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239.2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210.0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241.4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225.6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223.7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231.7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873528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Hyves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1.403M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5.555M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31,883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39.2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26.6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27.3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27.1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26.8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974942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Douban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154.9K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654.3K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20,181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26.4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8.0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9.8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12.7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066162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WordNet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146.0K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1.314M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49.3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9.7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41611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slashdot</a:t>
                      </a: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-threads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51.08K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233.1K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2915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28.8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000798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FB-Pages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50.52K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1.638M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1469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16,009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406.3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256.2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250.2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239.0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249.0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01787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kywiktionary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39.88K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152.9K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23,237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40.6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12.4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061633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wikilens</a:t>
                      </a: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-ratings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5111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53.70K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1730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32.0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32.2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33.4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33.4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385341"/>
                  </a:ext>
                </a:extLst>
              </a:tr>
              <a:tr h="18085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sswiki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22.23K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604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0.70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112.3</a:t>
                      </a:r>
                    </a:p>
                  </a:txBody>
                  <a:tcPr marL="6695" marR="6695" marT="66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96.9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104.3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104.6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105.8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106.0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70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150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</TotalTime>
  <Words>175</Words>
  <Application>Microsoft Macintosh PowerPoint</Application>
  <PresentationFormat>Widescreen</PresentationFormat>
  <Paragraphs>156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Ahmad, Akhlaque</dc:creator>
  <cp:lastModifiedBy>Ahmad, Akhlaque</cp:lastModifiedBy>
  <cp:revision>3</cp:revision>
  <dcterms:created xsi:type="dcterms:W3CDTF">2026-08-27T01:44:07Z</dcterms:created>
  <dcterms:modified xsi:type="dcterms:W3CDTF">2026-08-27T17:54:05Z</dcterms:modified>
</cp:coreProperties>
</file>