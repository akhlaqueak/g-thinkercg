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9207-4934-8FEA-D295-B2FE68B68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D2BA2-3A31-70A7-7540-9C361FEA3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75EC8-CBBF-738E-7758-24697440F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8B54F-FDBE-EA6D-1DFE-B83427658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3B678-97A4-A1C9-6342-3831DD0A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2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1D111-A988-F246-DDC4-22CD3479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57CF8-C17F-2A06-DE6A-BE74847D0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49ABD-47AB-B44A-E3B7-06485FB0C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D63C6-1E34-4A2F-7E7A-50AD7369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438E7-162F-FAF3-0D75-154B14F3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6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3C9FC-28F5-93ED-736C-11C398FA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C297B-0C4F-CDC1-5865-4AFAF7DD6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E7D84-6111-85D9-3B92-20817DEE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FCB81-C575-F934-3B32-140B6CA9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3201B-AE16-0C34-1072-288311A3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3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3716B-CDF1-B6EF-9BB8-75253C15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6CB97-292B-FA8F-0451-B68FBA78D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7A9BE-C1AA-01D4-6431-485FA8BDC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1A1AC-C053-C30D-EE9F-72A98FEB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6BEEB-0EE0-C24E-19D5-FB77CC774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A66A0-5E40-7F5C-F93C-FEE4CF2C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1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BA4A-DAC2-8804-8C8D-AD441E5A9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943D9-2703-0D88-D51B-7C1A6E7D9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69C38-B427-802C-D111-AFCF73397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7927D-BF79-8F48-E783-6B71EF8F04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DBC93-3379-6D66-5A43-B5671D683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8B43A8-9160-0BD7-0309-98EA2EA3D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00FC9E-50F7-964F-9DA8-41836644A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E2C7F-78F1-DA47-6CD9-F9D62584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6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AD1D-DE0C-A99B-54CA-2CE9F8D3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960F9C-9105-047B-19ED-28BE91C1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8B4F08-FBBB-A71F-E6B4-EB2F3FF6C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8CFDE-89D9-B9AE-FE38-418E5004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3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A2BBA-72B5-D144-36CD-A3EF02FD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A99C1-D424-445E-2460-42382F77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AB529-2499-1DA5-ADDA-7364FCA4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18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8AAB-1FBF-AECB-BEA3-2923D146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D41D0-D572-0C91-1BB3-0B36857AE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A3669-5886-09FD-C35C-F1C77C7D4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ADCC1-E98F-8B3B-D564-6D856DF9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82C7F-FB32-F324-E3A6-C30EF488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9614A-6D68-A8A4-7F02-89672CD4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1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357D-1F31-CD5E-17D6-90AD68DB3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3D7262-646D-841B-12A3-A4C4353A7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CFCAC-8382-6589-94EF-26B7E8FEA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D157C-D5E1-A5C2-8BA8-00DEB620E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4FCAF-43D7-B5E0-08F0-3B8B6B61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CF7A2-ED14-81B6-FC52-5FE1A6AC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41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C64B6-F977-E999-24D3-F8797A0F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D38F6-0139-64C5-BC38-6BA99B311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35334-4244-54F5-A871-5C9DB7F6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65C09-1FA1-7809-4D57-9327F3B4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B973B-3EFE-FB10-FDAF-D532F62E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2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07ABC1-7E43-371B-1980-13C4A03DD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067D2-A001-81B7-7FD0-1D43A1D87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C705A-E36C-C772-72CD-94EDDD73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B9CF4-C100-76E1-D590-6B863D6F6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11D84-CADE-A9FB-2763-619A853A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CC5925-FEFD-394F-C2AA-7031DD900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20BC7-F738-1808-F7FE-6D62F1EAD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60FAF-3137-B2CE-F796-9AABBE851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70D9D-7DE8-964B-A963-C2BEE5E4ECC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F2B9-EFE4-3ED2-75E7-10346205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190E8-CB04-9023-FA0D-CEFD438C1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E5E8F-20CD-624A-A9DA-0DC72F6F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2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D66C-B55A-08AA-1889-717BF13D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Tuning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639922-C12D-FDCB-2223-9C1CDB069D28}"/>
              </a:ext>
            </a:extLst>
          </p:cNvPr>
          <p:cNvGraphicFramePr>
            <a:graphicFrameLocks noGrp="1"/>
          </p:cNvGraphicFramePr>
          <p:nvPr/>
        </p:nvGraphicFramePr>
        <p:xfrm>
          <a:off x="6823954" y="1690688"/>
          <a:ext cx="3834547" cy="2944880"/>
        </p:xfrm>
        <a:graphic>
          <a:graphicData uri="http://schemas.openxmlformats.org/drawingml/2006/table">
            <a:tbl>
              <a:tblPr/>
              <a:tblGrid>
                <a:gridCol w="874207">
                  <a:extLst>
                    <a:ext uri="{9D8B030D-6E8A-4147-A177-3AD203B41FA5}">
                      <a16:colId xmlns:a16="http://schemas.microsoft.com/office/drawing/2014/main" val="425418575"/>
                    </a:ext>
                  </a:extLst>
                </a:gridCol>
                <a:gridCol w="628022">
                  <a:extLst>
                    <a:ext uri="{9D8B030D-6E8A-4147-A177-3AD203B41FA5}">
                      <a16:colId xmlns:a16="http://schemas.microsoft.com/office/drawing/2014/main" val="1885157242"/>
                    </a:ext>
                  </a:extLst>
                </a:gridCol>
                <a:gridCol w="1186542">
                  <a:extLst>
                    <a:ext uri="{9D8B030D-6E8A-4147-A177-3AD203B41FA5}">
                      <a16:colId xmlns:a16="http://schemas.microsoft.com/office/drawing/2014/main" val="2854604007"/>
                    </a:ext>
                  </a:extLst>
                </a:gridCol>
                <a:gridCol w="1145776">
                  <a:extLst>
                    <a:ext uri="{9D8B030D-6E8A-4147-A177-3AD203B41FA5}">
                      <a16:colId xmlns:a16="http://schemas.microsoft.com/office/drawing/2014/main" val="777857154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8058" marR="8058" marT="805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8058" marR="8058" marT="805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wikipedia_link_fr</a:t>
                      </a:r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edit-</a:t>
                      </a:r>
                      <a:r>
                        <a:rPr 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eswiki</a:t>
                      </a:r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7334"/>
                  </a:ext>
                </a:extLst>
              </a:tr>
              <a:tr h="192024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l-GR" sz="12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η</a:t>
                      </a:r>
                      <a:r>
                        <a:rPr lang="en-US" sz="12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#{warps}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230.3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39.5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775542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2000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199.8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28.2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810877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5000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277.1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30.8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079832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399.0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32.3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829596"/>
                  </a:ext>
                </a:extLst>
              </a:tr>
              <a:tr h="192024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</a:t>
                      </a:r>
                    </a:p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Chunk</a:t>
                      </a:r>
                    </a:p>
                  </a:txBody>
                  <a:tcPr marL="8058" marR="8058" marT="80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208.4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34.9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99849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</a:p>
                  </a:txBody>
                  <a:tcPr marL="8058" marR="8058" marT="8058" marB="0" anchor="b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162.9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28.0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722319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160.5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19.3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143483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500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210.8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26.1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259488"/>
                  </a:ext>
                </a:extLst>
              </a:tr>
              <a:tr h="192024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 </a:t>
                      </a:r>
                    </a:p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Chunk</a:t>
                      </a:r>
                    </a:p>
                  </a:txBody>
                  <a:tcPr marL="8058" marR="8058" marT="80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10K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187.3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928739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100K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160.5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19.3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972633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500K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194.0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27.0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409835"/>
                  </a:ext>
                </a:extLst>
              </a:tr>
              <a:tr h="192024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𝜏</a:t>
                      </a:r>
                      <a:r>
                        <a:rPr lang="en-US" sz="16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  <a:endParaRPr lang="en-US" sz="12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58" marR="8058" marT="80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180.2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20.1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946404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lang="en-US" sz="1200" b="0" i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sz="12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/ 2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160.5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19.3</a:t>
                      </a:r>
                    </a:p>
                  </a:txBody>
                  <a:tcPr marL="8058" marR="8058" marT="80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913503"/>
                  </a:ext>
                </a:extLst>
              </a:tr>
              <a:tr h="2523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lang="en-US" sz="1200" b="0" i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sz="12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/ 4</a:t>
                      </a:r>
                    </a:p>
                  </a:txBody>
                  <a:tcPr marL="8058" marR="8058" marT="805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203.3</a:t>
                      </a:r>
                    </a:p>
                  </a:txBody>
                  <a:tcPr marL="8058" marR="8058" marT="805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8058" marR="8058" marT="805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389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29A9203-5712-8501-6B46-277CBC6B4907}"/>
              </a:ext>
            </a:extLst>
          </p:cNvPr>
          <p:cNvSpPr txBox="1"/>
          <p:nvPr/>
        </p:nvSpPr>
        <p:spPr>
          <a:xfrm>
            <a:off x="892629" y="2079171"/>
            <a:ext cx="30612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 stealing size:</a:t>
            </a:r>
          </a:p>
          <a:p>
            <a:endParaRPr lang="en-US" dirty="0"/>
          </a:p>
          <a:p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tasks from CPU -&gt; GPU </a:t>
            </a:r>
          </a:p>
          <a:p>
            <a:r>
              <a:rPr lang="en-US" dirty="0"/>
              <a:t>5000 tasks from GPU -&gt; CPU </a:t>
            </a:r>
          </a:p>
        </p:txBody>
      </p:sp>
    </p:spTree>
    <p:extLst>
      <p:ext uri="{BB962C8B-B14F-4D97-AF65-F5344CB8AC3E}">
        <p14:creationId xmlns:p14="http://schemas.microsoft.com/office/powerpoint/2010/main" val="386471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Macintosh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Parameter Tuning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Akhlaque</dc:creator>
  <cp:lastModifiedBy>Ahmad, Akhlaque</cp:lastModifiedBy>
  <cp:revision>1</cp:revision>
  <dcterms:created xsi:type="dcterms:W3CDTF">2026-08-26T22:21:55Z</dcterms:created>
  <dcterms:modified xsi:type="dcterms:W3CDTF">2026-08-26T22:22:42Z</dcterms:modified>
</cp:coreProperties>
</file>