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7DC2-1858-57C3-28CF-32D1DA62F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25E31-7E57-8142-365A-B6E27CEC6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4B5A6-39AD-D9EF-28B5-378F1205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4FC76-22C6-59AB-5753-74D64B2F0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40B50-01A3-AF30-0288-9FDF59C33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87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7F559-0911-E570-68FE-19B9E707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0FCF2-9163-F073-FE98-294B8E87F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AB24D-821C-0BFB-C9DB-AC9DB829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4FB24-AD6B-6101-E355-8F5E8E20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B8C58-BC70-647C-D9B3-08FB366E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3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7703-F41C-BB95-A198-270EFB3D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26209-90BA-DFFE-F309-9ADBCEADF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DCCF3-3695-4572-663F-24596C72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90320-41ED-8B39-DA76-5CCA19684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79A96-694B-8D0D-7E29-28E2D050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0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F477-DC33-E7A4-6195-8DBA767FB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E51CC-98AB-C71E-ED31-AEDF71C6C2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41FE3-ADAA-76E1-7460-8551145D9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A2C5B-D4A8-AC5B-690F-8972ED21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C6881-1198-4FFD-FF1E-620373EB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23668-B201-7F24-6CDC-3B042EDD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4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71D7-4EAC-B101-260E-4FFAED2B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73108-39D6-462F-BC31-C01FEFEB9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0CBC5-7735-600C-16D6-E163C78C9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E541CC-95D0-DE43-E51F-AE2091CF2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9055B-4451-FE73-715E-1A4669600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1A1DB-9D68-5E74-BC45-183A8CB1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50740-BAFE-DF30-F041-83C2C86C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7D750-7F73-2F76-D6F7-D4D498AB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1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7D8A-FA55-A8FD-9226-5B2E8814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2E9AD4-00DA-A995-A0A7-60B4C81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17E2C-78CA-8973-277B-B26A3D8A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D6F06-061B-934B-B667-FB7E5D15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16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3D359-A6D6-D604-FC50-798029BDA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D0B2E-960D-2737-2C84-01605AFE3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2A0C1-395C-939C-D547-13FB1805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4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40BD9-91EC-98DA-2DF2-A6FF567F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31B64-F6A9-5BE2-ADC5-49E73F5FB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A7D2D-F32E-CB2E-2DCA-301D95054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FD118-3235-2D19-D80A-F0BD8CC3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66596-F074-E80C-9DAA-60F820F63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5B4DF-D1AC-5D8B-CA07-C0A16273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7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11C5-5997-D0EE-13C2-E179C1B6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3E025C-3FAE-34B9-5AAC-7F488D77B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F7C3E-AD97-FEDC-608B-D96D5E733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8B60E-853A-A99A-A314-E2360CA5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509B5-AC9B-6E01-E80A-6A261B14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E7417-5004-440B-A779-9B8CDE03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5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AD6C-9276-1F3B-4EFC-FDD087C0C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E9087-2C32-590A-4076-2EBCC33AE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7CB14-2841-661A-6D13-9D6ABA5C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6367C-B7F9-A62F-6EC2-2B7C2C49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B93B3-3273-EDA3-DDD6-BB49434D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A520F-58C1-F90B-F909-306EABB91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36FEF-B489-5421-2CAF-3B864D0AE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BAEB5-B795-EF9C-12F7-A9ADD250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EF850-D85A-A7EF-F9B6-F3E970E5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D695E-E492-8772-841E-754F3939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1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510B73-C795-79D0-2287-71578536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3DD8-3B49-454F-9DF4-AAD08F2C3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D586A-8B6A-C7F7-9A45-AC2B51BAF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72EE5-A88A-6B4C-B24C-576CEBAE5CD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CF254-0622-1439-CCC2-9D50C19DF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DDE2-8D4A-F32A-E738-743764066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F7C87-83A7-4645-A976-21C7BBB1B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56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DFBC40D-3C7C-FECE-AC01-1D5424AA9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185081"/>
              </p:ext>
            </p:extLst>
          </p:nvPr>
        </p:nvGraphicFramePr>
        <p:xfrm>
          <a:off x="1812447" y="1498107"/>
          <a:ext cx="8567106" cy="3857094"/>
        </p:xfrm>
        <a:graphic>
          <a:graphicData uri="http://schemas.openxmlformats.org/drawingml/2006/table">
            <a:tbl>
              <a:tblPr/>
              <a:tblGrid>
                <a:gridCol w="906052">
                  <a:extLst>
                    <a:ext uri="{9D8B030D-6E8A-4147-A177-3AD203B41FA5}">
                      <a16:colId xmlns:a16="http://schemas.microsoft.com/office/drawing/2014/main" val="988776072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2437062159"/>
                    </a:ext>
                  </a:extLst>
                </a:gridCol>
                <a:gridCol w="673239">
                  <a:extLst>
                    <a:ext uri="{9D8B030D-6E8A-4147-A177-3AD203B41FA5}">
                      <a16:colId xmlns:a16="http://schemas.microsoft.com/office/drawing/2014/main" val="2392013438"/>
                    </a:ext>
                  </a:extLst>
                </a:gridCol>
                <a:gridCol w="834014">
                  <a:extLst>
                    <a:ext uri="{9D8B030D-6E8A-4147-A177-3AD203B41FA5}">
                      <a16:colId xmlns:a16="http://schemas.microsoft.com/office/drawing/2014/main" val="2085524345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280746707"/>
                    </a:ext>
                  </a:extLst>
                </a:gridCol>
                <a:gridCol w="663191">
                  <a:extLst>
                    <a:ext uri="{9D8B030D-6E8A-4147-A177-3AD203B41FA5}">
                      <a16:colId xmlns:a16="http://schemas.microsoft.com/office/drawing/2014/main" val="716709532"/>
                    </a:ext>
                  </a:extLst>
                </a:gridCol>
                <a:gridCol w="663191">
                  <a:extLst>
                    <a:ext uri="{9D8B030D-6E8A-4147-A177-3AD203B41FA5}">
                      <a16:colId xmlns:a16="http://schemas.microsoft.com/office/drawing/2014/main" val="3087816826"/>
                    </a:ext>
                  </a:extLst>
                </a:gridCol>
                <a:gridCol w="643095">
                  <a:extLst>
                    <a:ext uri="{9D8B030D-6E8A-4147-A177-3AD203B41FA5}">
                      <a16:colId xmlns:a16="http://schemas.microsoft.com/office/drawing/2014/main" val="913073786"/>
                    </a:ext>
                  </a:extLst>
                </a:gridCol>
                <a:gridCol w="643094">
                  <a:extLst>
                    <a:ext uri="{9D8B030D-6E8A-4147-A177-3AD203B41FA5}">
                      <a16:colId xmlns:a16="http://schemas.microsoft.com/office/drawing/2014/main" val="1829439586"/>
                    </a:ext>
                  </a:extLst>
                </a:gridCol>
                <a:gridCol w="602901">
                  <a:extLst>
                    <a:ext uri="{9D8B030D-6E8A-4147-A177-3AD203B41FA5}">
                      <a16:colId xmlns:a16="http://schemas.microsoft.com/office/drawing/2014/main" val="495568159"/>
                    </a:ext>
                  </a:extLst>
                </a:gridCol>
                <a:gridCol w="542611">
                  <a:extLst>
                    <a:ext uri="{9D8B030D-6E8A-4147-A177-3AD203B41FA5}">
                      <a16:colId xmlns:a16="http://schemas.microsoft.com/office/drawing/2014/main" val="2429234733"/>
                    </a:ext>
                  </a:extLst>
                </a:gridCol>
                <a:gridCol w="552660">
                  <a:extLst>
                    <a:ext uri="{9D8B030D-6E8A-4147-A177-3AD203B41FA5}">
                      <a16:colId xmlns:a16="http://schemas.microsoft.com/office/drawing/2014/main" val="1967445433"/>
                    </a:ext>
                  </a:extLst>
                </a:gridCol>
                <a:gridCol w="576966">
                  <a:extLst>
                    <a:ext uri="{9D8B030D-6E8A-4147-A177-3AD203B41FA5}">
                      <a16:colId xmlns:a16="http://schemas.microsoft.com/office/drawing/2014/main" val="227442279"/>
                    </a:ext>
                  </a:extLst>
                </a:gridCol>
              </a:tblGrid>
              <a:tr h="2139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Query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sz="8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-AIMD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GPU-Layered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GPU-Hybrid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CPU-Only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CPU+GPU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GL2G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CG2GL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CG2C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STMatch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EGSM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GAMMA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81072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cebwiki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127161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171624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98593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951112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513.0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1191.9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511401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orkut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-links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166.0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55.1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106.2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062147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52.7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365135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183.1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167.0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185.8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168.3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010351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199.1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171.5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219.4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171.5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682175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224488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arwiki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462.5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193.0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906978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132.9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129.4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129.2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422732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477.7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468.7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474.4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466.9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708468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529.7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455.0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459.4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443.7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757341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131.8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447379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wiki-topcats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1016.9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1525.5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29.7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185267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5.2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118192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548949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27.6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16.0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17.6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OOT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509644"/>
                  </a:ext>
                </a:extLst>
              </a:tr>
              <a:tr h="192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32.8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48.4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OOM</a:t>
                      </a:r>
                    </a:p>
                  </a:txBody>
                  <a:tcPr marL="8023" marR="8023" marT="80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11512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57E253-04DC-78DB-FAAD-6DEB435A473C}"/>
              </a:ext>
            </a:extLst>
          </p:cNvPr>
          <p:cNvSpPr txBox="1"/>
          <p:nvPr/>
        </p:nvSpPr>
        <p:spPr>
          <a:xfrm>
            <a:off x="8739962" y="5644137"/>
            <a:ext cx="226473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OOT: Execution exceeds 30m</a:t>
            </a:r>
          </a:p>
          <a:p>
            <a:r>
              <a:rPr lang="en-US" sz="1100" dirty="0"/>
              <a:t>OOM: Out of Memory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: Cannot compute due to OOT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D395F8-582B-C27D-A442-D0DC6E728871}"/>
              </a:ext>
            </a:extLst>
          </p:cNvPr>
          <p:cNvSpPr txBox="1"/>
          <p:nvPr/>
        </p:nvSpPr>
        <p:spPr>
          <a:xfrm>
            <a:off x="4493476" y="624777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02EFF-A5E9-C2F3-73CB-1904EB599A4A}"/>
              </a:ext>
            </a:extLst>
          </p:cNvPr>
          <p:cNvSpPr txBox="1"/>
          <p:nvPr/>
        </p:nvSpPr>
        <p:spPr>
          <a:xfrm>
            <a:off x="5089948" y="624777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6FA37-FFAC-E43E-016D-F401E5302E80}"/>
              </a:ext>
            </a:extLst>
          </p:cNvPr>
          <p:cNvSpPr txBox="1"/>
          <p:nvPr/>
        </p:nvSpPr>
        <p:spPr>
          <a:xfrm>
            <a:off x="5685011" y="624777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A6015-BC69-8E38-4EDB-66C674DAFF74}"/>
              </a:ext>
            </a:extLst>
          </p:cNvPr>
          <p:cNvSpPr txBox="1"/>
          <p:nvPr/>
        </p:nvSpPr>
        <p:spPr>
          <a:xfrm>
            <a:off x="6258962" y="624777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F3955-9E3A-247A-3774-35DA23B66814}"/>
              </a:ext>
            </a:extLst>
          </p:cNvPr>
          <p:cNvSpPr txBox="1"/>
          <p:nvPr/>
        </p:nvSpPr>
        <p:spPr>
          <a:xfrm>
            <a:off x="6823794" y="624777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4BCD7D-DA90-0296-9E4B-5C233B4C420F}"/>
              </a:ext>
            </a:extLst>
          </p:cNvPr>
          <p:cNvSpPr/>
          <p:nvPr/>
        </p:nvSpPr>
        <p:spPr>
          <a:xfrm>
            <a:off x="4483815" y="582068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BDF550C-2912-87E7-3B9A-69522765804D}"/>
              </a:ext>
            </a:extLst>
          </p:cNvPr>
          <p:cNvSpPr/>
          <p:nvPr/>
        </p:nvSpPr>
        <p:spPr>
          <a:xfrm>
            <a:off x="4850704" y="581679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9DFE89-BAE0-B146-C630-CD77BF66B43F}"/>
              </a:ext>
            </a:extLst>
          </p:cNvPr>
          <p:cNvSpPr/>
          <p:nvPr/>
        </p:nvSpPr>
        <p:spPr>
          <a:xfrm>
            <a:off x="4483815" y="6187005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1F850B3-68D9-CE6D-D463-C0EBA3E21F78}"/>
              </a:ext>
            </a:extLst>
          </p:cNvPr>
          <p:cNvSpPr/>
          <p:nvPr/>
        </p:nvSpPr>
        <p:spPr>
          <a:xfrm>
            <a:off x="4847309" y="6187004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6BECC4-48EB-FE5F-1D6E-A3AA9871C4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21905" y="5851707"/>
            <a:ext cx="361720" cy="36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C66715-E4CD-A130-1A2B-828E7EEB329E}"/>
              </a:ext>
            </a:extLst>
          </p:cNvPr>
          <p:cNvCxnSpPr>
            <a:cxnSpLocks/>
          </p:cNvCxnSpPr>
          <p:nvPr/>
        </p:nvCxnSpPr>
        <p:spPr>
          <a:xfrm flipV="1">
            <a:off x="4531663" y="5867939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411E29-9831-AF19-EB96-0CE5685C70E0}"/>
              </a:ext>
            </a:extLst>
          </p:cNvPr>
          <p:cNvCxnSpPr>
            <a:cxnSpLocks/>
          </p:cNvCxnSpPr>
          <p:nvPr/>
        </p:nvCxnSpPr>
        <p:spPr>
          <a:xfrm flipV="1">
            <a:off x="4895772" y="5858941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D264AB-006F-EEC9-1B8D-B1EA5467E809}"/>
              </a:ext>
            </a:extLst>
          </p:cNvPr>
          <p:cNvCxnSpPr>
            <a:cxnSpLocks/>
          </p:cNvCxnSpPr>
          <p:nvPr/>
        </p:nvCxnSpPr>
        <p:spPr>
          <a:xfrm flipH="1">
            <a:off x="4556516" y="6230186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E114A6-6406-97DA-D99B-907277F97ECB}"/>
              </a:ext>
            </a:extLst>
          </p:cNvPr>
          <p:cNvCxnSpPr>
            <a:cxnSpLocks/>
          </p:cNvCxnSpPr>
          <p:nvPr/>
        </p:nvCxnSpPr>
        <p:spPr>
          <a:xfrm flipH="1">
            <a:off x="4521905" y="5863201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AC313E5-A0EE-6CC7-E62D-112BCDC4796A}"/>
              </a:ext>
            </a:extLst>
          </p:cNvPr>
          <p:cNvSpPr/>
          <p:nvPr/>
        </p:nvSpPr>
        <p:spPr>
          <a:xfrm>
            <a:off x="5054408" y="582068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E986BF-8623-5CAD-739E-444E4880AD01}"/>
              </a:ext>
            </a:extLst>
          </p:cNvPr>
          <p:cNvSpPr/>
          <p:nvPr/>
        </p:nvSpPr>
        <p:spPr>
          <a:xfrm>
            <a:off x="5421297" y="581679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9001C0A-7751-C648-4232-A743C3DAE5E1}"/>
              </a:ext>
            </a:extLst>
          </p:cNvPr>
          <p:cNvSpPr/>
          <p:nvPr/>
        </p:nvSpPr>
        <p:spPr>
          <a:xfrm>
            <a:off x="5054408" y="6187005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75F4EF-4D34-C215-F8D0-60F0B190022B}"/>
              </a:ext>
            </a:extLst>
          </p:cNvPr>
          <p:cNvSpPr/>
          <p:nvPr/>
        </p:nvSpPr>
        <p:spPr>
          <a:xfrm>
            <a:off x="5417902" y="6187004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324DB0-AC98-6FAE-2088-3D0DBD1F65AD}"/>
              </a:ext>
            </a:extLst>
          </p:cNvPr>
          <p:cNvCxnSpPr>
            <a:cxnSpLocks/>
          </p:cNvCxnSpPr>
          <p:nvPr/>
        </p:nvCxnSpPr>
        <p:spPr>
          <a:xfrm flipV="1">
            <a:off x="5104646" y="5858941"/>
            <a:ext cx="361720" cy="36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D6CCB7-BC4F-AC34-1BB8-BC274F77662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92498" y="5851707"/>
            <a:ext cx="361720" cy="36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4DE1B59-0B4F-5C37-F0A0-1068F5C43302}"/>
              </a:ext>
            </a:extLst>
          </p:cNvPr>
          <p:cNvCxnSpPr>
            <a:cxnSpLocks/>
          </p:cNvCxnSpPr>
          <p:nvPr/>
        </p:nvCxnSpPr>
        <p:spPr>
          <a:xfrm flipV="1">
            <a:off x="5102256" y="5867939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EFFF79-2A20-87CF-9CCF-F686F30289F2}"/>
              </a:ext>
            </a:extLst>
          </p:cNvPr>
          <p:cNvCxnSpPr>
            <a:cxnSpLocks/>
          </p:cNvCxnSpPr>
          <p:nvPr/>
        </p:nvCxnSpPr>
        <p:spPr>
          <a:xfrm flipV="1">
            <a:off x="5466365" y="5858941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C959C80-DC63-3936-86D6-1938AB295193}"/>
              </a:ext>
            </a:extLst>
          </p:cNvPr>
          <p:cNvCxnSpPr>
            <a:cxnSpLocks/>
          </p:cNvCxnSpPr>
          <p:nvPr/>
        </p:nvCxnSpPr>
        <p:spPr>
          <a:xfrm flipH="1">
            <a:off x="5127109" y="6230186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AA2546-1A39-5CB8-ACED-1D8334ED1301}"/>
              </a:ext>
            </a:extLst>
          </p:cNvPr>
          <p:cNvCxnSpPr>
            <a:cxnSpLocks/>
          </p:cNvCxnSpPr>
          <p:nvPr/>
        </p:nvCxnSpPr>
        <p:spPr>
          <a:xfrm flipH="1">
            <a:off x="5092498" y="5863201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CBF2798-E187-6A23-2695-900F7D00FE84}"/>
              </a:ext>
            </a:extLst>
          </p:cNvPr>
          <p:cNvCxnSpPr>
            <a:cxnSpLocks/>
          </p:cNvCxnSpPr>
          <p:nvPr/>
        </p:nvCxnSpPr>
        <p:spPr>
          <a:xfrm flipV="1">
            <a:off x="5096201" y="5691720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CF17DF7-93C7-10EF-4191-6D4BFFBCF52A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90702" y="5687767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77338EBD-3691-E229-B248-15D05AAAA0B6}"/>
              </a:ext>
            </a:extLst>
          </p:cNvPr>
          <p:cNvSpPr/>
          <p:nvPr/>
        </p:nvSpPr>
        <p:spPr>
          <a:xfrm>
            <a:off x="5237104" y="5644137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2E555E0-6A85-5E7B-80DC-4E71878137AD}"/>
              </a:ext>
            </a:extLst>
          </p:cNvPr>
          <p:cNvSpPr/>
          <p:nvPr/>
        </p:nvSpPr>
        <p:spPr>
          <a:xfrm>
            <a:off x="5625001" y="582068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01AA9B2-401D-E40C-FDF5-F4FC8C70F1BB}"/>
              </a:ext>
            </a:extLst>
          </p:cNvPr>
          <p:cNvSpPr/>
          <p:nvPr/>
        </p:nvSpPr>
        <p:spPr>
          <a:xfrm>
            <a:off x="5991890" y="581679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14A0675-AA15-5D83-C3DB-F642480A7EBA}"/>
              </a:ext>
            </a:extLst>
          </p:cNvPr>
          <p:cNvSpPr/>
          <p:nvPr/>
        </p:nvSpPr>
        <p:spPr>
          <a:xfrm>
            <a:off x="5625001" y="6187005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AA54F5-D77C-2A0B-085F-4C544EB3838A}"/>
              </a:ext>
            </a:extLst>
          </p:cNvPr>
          <p:cNvSpPr/>
          <p:nvPr/>
        </p:nvSpPr>
        <p:spPr>
          <a:xfrm>
            <a:off x="5988495" y="6187004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49C01A-7B6E-8242-DB77-D5D5BCED0AD2}"/>
              </a:ext>
            </a:extLst>
          </p:cNvPr>
          <p:cNvCxnSpPr>
            <a:cxnSpLocks/>
          </p:cNvCxnSpPr>
          <p:nvPr/>
        </p:nvCxnSpPr>
        <p:spPr>
          <a:xfrm flipV="1">
            <a:off x="5680279" y="5689608"/>
            <a:ext cx="169933" cy="546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0468240-CB1B-67D8-99B3-B30A3A047743}"/>
              </a:ext>
            </a:extLst>
          </p:cNvPr>
          <p:cNvCxnSpPr>
            <a:cxnSpLocks/>
          </p:cNvCxnSpPr>
          <p:nvPr/>
        </p:nvCxnSpPr>
        <p:spPr>
          <a:xfrm flipV="1">
            <a:off x="5672849" y="5867939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F39DD0A-AA5E-76B9-1EEB-CF63B4DF426E}"/>
              </a:ext>
            </a:extLst>
          </p:cNvPr>
          <p:cNvCxnSpPr>
            <a:cxnSpLocks/>
          </p:cNvCxnSpPr>
          <p:nvPr/>
        </p:nvCxnSpPr>
        <p:spPr>
          <a:xfrm flipV="1">
            <a:off x="6036958" y="5858941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055F4F-0AB6-04C5-D51F-B11BADE95CFC}"/>
              </a:ext>
            </a:extLst>
          </p:cNvPr>
          <p:cNvCxnSpPr>
            <a:cxnSpLocks/>
          </p:cNvCxnSpPr>
          <p:nvPr/>
        </p:nvCxnSpPr>
        <p:spPr>
          <a:xfrm flipH="1">
            <a:off x="5697702" y="6230186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B67BC1A-CD6C-1C2D-6A3D-A8D5E52E73D8}"/>
              </a:ext>
            </a:extLst>
          </p:cNvPr>
          <p:cNvCxnSpPr>
            <a:cxnSpLocks/>
          </p:cNvCxnSpPr>
          <p:nvPr/>
        </p:nvCxnSpPr>
        <p:spPr>
          <a:xfrm flipV="1">
            <a:off x="5666794" y="5691720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FFC0BE3-41D7-45D6-A358-B0DB472DE0F7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61295" y="5687767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DB2E45C6-F9B3-8B20-2FC9-F1965991CBF5}"/>
              </a:ext>
            </a:extLst>
          </p:cNvPr>
          <p:cNvSpPr/>
          <p:nvPr/>
        </p:nvSpPr>
        <p:spPr>
          <a:xfrm>
            <a:off x="5807697" y="5644137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89E2411-1191-DD33-705F-D8B6E71DF5D9}"/>
              </a:ext>
            </a:extLst>
          </p:cNvPr>
          <p:cNvSpPr/>
          <p:nvPr/>
        </p:nvSpPr>
        <p:spPr>
          <a:xfrm>
            <a:off x="6195594" y="582068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61D67D4-C2B3-EE25-0D25-543539A400D6}"/>
              </a:ext>
            </a:extLst>
          </p:cNvPr>
          <p:cNvSpPr/>
          <p:nvPr/>
        </p:nvSpPr>
        <p:spPr>
          <a:xfrm>
            <a:off x="6562483" y="581679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4C80696-E750-A2F9-6610-83594E5A639D}"/>
              </a:ext>
            </a:extLst>
          </p:cNvPr>
          <p:cNvSpPr/>
          <p:nvPr/>
        </p:nvSpPr>
        <p:spPr>
          <a:xfrm>
            <a:off x="6195594" y="6187005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681C506-3917-FC81-6421-32EA63CD9C26}"/>
              </a:ext>
            </a:extLst>
          </p:cNvPr>
          <p:cNvSpPr/>
          <p:nvPr/>
        </p:nvSpPr>
        <p:spPr>
          <a:xfrm>
            <a:off x="6559088" y="6187004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198575D-D7A4-BA51-4D44-F0462E9312F2}"/>
              </a:ext>
            </a:extLst>
          </p:cNvPr>
          <p:cNvCxnSpPr>
            <a:cxnSpLocks/>
          </p:cNvCxnSpPr>
          <p:nvPr/>
        </p:nvCxnSpPr>
        <p:spPr>
          <a:xfrm flipV="1">
            <a:off x="6243442" y="5867939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0AAC386-246F-26D1-1DB3-B7CFA2CC1186}"/>
              </a:ext>
            </a:extLst>
          </p:cNvPr>
          <p:cNvCxnSpPr>
            <a:cxnSpLocks/>
          </p:cNvCxnSpPr>
          <p:nvPr/>
        </p:nvCxnSpPr>
        <p:spPr>
          <a:xfrm flipV="1">
            <a:off x="6607551" y="5858941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01673BC-E290-32F8-36A6-1FBAC288A0F8}"/>
              </a:ext>
            </a:extLst>
          </p:cNvPr>
          <p:cNvCxnSpPr>
            <a:cxnSpLocks/>
          </p:cNvCxnSpPr>
          <p:nvPr/>
        </p:nvCxnSpPr>
        <p:spPr>
          <a:xfrm flipH="1">
            <a:off x="6268295" y="6230186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AC9D8A9-D187-3FAC-0D10-CD4614ED3558}"/>
              </a:ext>
            </a:extLst>
          </p:cNvPr>
          <p:cNvCxnSpPr>
            <a:cxnSpLocks/>
          </p:cNvCxnSpPr>
          <p:nvPr/>
        </p:nvCxnSpPr>
        <p:spPr>
          <a:xfrm flipH="1">
            <a:off x="6233684" y="5863201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0814AD2-9E30-826A-4F5B-1C7D332D325D}"/>
              </a:ext>
            </a:extLst>
          </p:cNvPr>
          <p:cNvCxnSpPr>
            <a:cxnSpLocks/>
          </p:cNvCxnSpPr>
          <p:nvPr/>
        </p:nvCxnSpPr>
        <p:spPr>
          <a:xfrm flipV="1">
            <a:off x="6237387" y="5691720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558AAB5-E995-22FA-A8BE-70D8E29615BA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31888" y="5687767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ED6B855C-4FA7-A5F4-E322-C3F3D86A4C39}"/>
              </a:ext>
            </a:extLst>
          </p:cNvPr>
          <p:cNvSpPr/>
          <p:nvPr/>
        </p:nvSpPr>
        <p:spPr>
          <a:xfrm>
            <a:off x="6378290" y="5644137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4327324-FBCE-D9E2-A137-E9F16A46C250}"/>
              </a:ext>
            </a:extLst>
          </p:cNvPr>
          <p:cNvSpPr/>
          <p:nvPr/>
        </p:nvSpPr>
        <p:spPr>
          <a:xfrm>
            <a:off x="6766187" y="582068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B866459-E4BD-0133-2C50-D3AA52920529}"/>
              </a:ext>
            </a:extLst>
          </p:cNvPr>
          <p:cNvSpPr/>
          <p:nvPr/>
        </p:nvSpPr>
        <p:spPr>
          <a:xfrm>
            <a:off x="7133076" y="5816792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250C67A-468C-966A-7CCF-80C9BEE9D92F}"/>
              </a:ext>
            </a:extLst>
          </p:cNvPr>
          <p:cNvSpPr/>
          <p:nvPr/>
        </p:nvSpPr>
        <p:spPr>
          <a:xfrm>
            <a:off x="6766187" y="6187005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B17DFF0-2311-A828-F042-06585783A045}"/>
              </a:ext>
            </a:extLst>
          </p:cNvPr>
          <p:cNvSpPr/>
          <p:nvPr/>
        </p:nvSpPr>
        <p:spPr>
          <a:xfrm>
            <a:off x="7129681" y="6187004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5F08BE6-FEB2-BABB-D45C-B00EEB0A7373}"/>
              </a:ext>
            </a:extLst>
          </p:cNvPr>
          <p:cNvCxnSpPr>
            <a:cxnSpLocks/>
          </p:cNvCxnSpPr>
          <p:nvPr/>
        </p:nvCxnSpPr>
        <p:spPr>
          <a:xfrm flipV="1">
            <a:off x="6816425" y="5858941"/>
            <a:ext cx="361720" cy="36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55457E1-1CAF-98C7-B797-5682A3206F8A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04277" y="5851707"/>
            <a:ext cx="361720" cy="361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DBB7542-9B4E-50BB-32EC-F58A0AC4B7DF}"/>
              </a:ext>
            </a:extLst>
          </p:cNvPr>
          <p:cNvCxnSpPr>
            <a:cxnSpLocks/>
          </p:cNvCxnSpPr>
          <p:nvPr/>
        </p:nvCxnSpPr>
        <p:spPr>
          <a:xfrm flipV="1">
            <a:off x="6814035" y="5867939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392D0E4-8DD3-2466-0B96-5068403A3949}"/>
              </a:ext>
            </a:extLst>
          </p:cNvPr>
          <p:cNvCxnSpPr>
            <a:cxnSpLocks/>
          </p:cNvCxnSpPr>
          <p:nvPr/>
        </p:nvCxnSpPr>
        <p:spPr>
          <a:xfrm flipV="1">
            <a:off x="7178144" y="5858941"/>
            <a:ext cx="0" cy="3789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9BFE43A-4EE2-6090-C66E-1DB9FC138BF1}"/>
              </a:ext>
            </a:extLst>
          </p:cNvPr>
          <p:cNvCxnSpPr>
            <a:cxnSpLocks/>
          </p:cNvCxnSpPr>
          <p:nvPr/>
        </p:nvCxnSpPr>
        <p:spPr>
          <a:xfrm flipH="1">
            <a:off x="6838888" y="6230186"/>
            <a:ext cx="355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CC22CC4-E749-DA20-2448-B831E3BAB5F4}"/>
              </a:ext>
            </a:extLst>
          </p:cNvPr>
          <p:cNvCxnSpPr>
            <a:cxnSpLocks/>
          </p:cNvCxnSpPr>
          <p:nvPr/>
        </p:nvCxnSpPr>
        <p:spPr>
          <a:xfrm flipV="1">
            <a:off x="6807980" y="5691720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6485258-0AAD-D784-74E1-CB2307DC6CF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02481" y="5687767"/>
            <a:ext cx="167220" cy="167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D3480437-6ACC-87BF-131A-1B4C40C1492F}"/>
              </a:ext>
            </a:extLst>
          </p:cNvPr>
          <p:cNvSpPr/>
          <p:nvPr/>
        </p:nvSpPr>
        <p:spPr>
          <a:xfrm>
            <a:off x="6948883" y="5644137"/>
            <a:ext cx="87313" cy="87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382E579-1391-BF90-18B6-15785F3A20C2}"/>
              </a:ext>
            </a:extLst>
          </p:cNvPr>
          <p:cNvCxnSpPr>
            <a:cxnSpLocks/>
          </p:cNvCxnSpPr>
          <p:nvPr/>
        </p:nvCxnSpPr>
        <p:spPr>
          <a:xfrm>
            <a:off x="5852544" y="5688849"/>
            <a:ext cx="180975" cy="546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736FD64-FFA0-76CA-23CC-98117B4224C0}"/>
              </a:ext>
            </a:extLst>
          </p:cNvPr>
          <p:cNvCxnSpPr>
            <a:cxnSpLocks/>
          </p:cNvCxnSpPr>
          <p:nvPr/>
        </p:nvCxnSpPr>
        <p:spPr>
          <a:xfrm flipV="1">
            <a:off x="6251714" y="5701552"/>
            <a:ext cx="169933" cy="546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AF4CC79-A4F2-7588-1E95-9B62C57EB148}"/>
              </a:ext>
            </a:extLst>
          </p:cNvPr>
          <p:cNvCxnSpPr>
            <a:cxnSpLocks/>
          </p:cNvCxnSpPr>
          <p:nvPr/>
        </p:nvCxnSpPr>
        <p:spPr>
          <a:xfrm>
            <a:off x="6423979" y="5700793"/>
            <a:ext cx="180975" cy="546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774F83D-328C-15F0-1653-A0FA9345517E}"/>
              </a:ext>
            </a:extLst>
          </p:cNvPr>
          <p:cNvCxnSpPr>
            <a:cxnSpLocks/>
          </p:cNvCxnSpPr>
          <p:nvPr/>
        </p:nvCxnSpPr>
        <p:spPr>
          <a:xfrm flipV="1">
            <a:off x="6818005" y="5684845"/>
            <a:ext cx="169933" cy="546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9181113-F6B5-81F7-A1CE-E361455C9FA8}"/>
              </a:ext>
            </a:extLst>
          </p:cNvPr>
          <p:cNvCxnSpPr>
            <a:cxnSpLocks/>
          </p:cNvCxnSpPr>
          <p:nvPr/>
        </p:nvCxnSpPr>
        <p:spPr>
          <a:xfrm>
            <a:off x="6990270" y="5684086"/>
            <a:ext cx="180975" cy="546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472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281</Words>
  <Application>Microsoft Macintosh PowerPoint</Application>
  <PresentationFormat>Widescreen</PresentationFormat>
  <Paragraphs>265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Akhlaque</dc:creator>
  <cp:lastModifiedBy>Ahmad, Akhlaque</cp:lastModifiedBy>
  <cp:revision>3</cp:revision>
  <dcterms:created xsi:type="dcterms:W3CDTF">2026-08-27T01:21:49Z</dcterms:created>
  <dcterms:modified xsi:type="dcterms:W3CDTF">2026-08-27T21:46:59Z</dcterms:modified>
</cp:coreProperties>
</file>