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E2F9A-9A05-A801-BE64-D5A2BAB9B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98F58-C5DE-5C4B-2F42-9A3AB633A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03503-394A-D109-E5DE-D145803B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1A94-AC68-EF48-B4BF-6F3B9C67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2D0F1-A17E-12D2-60DE-6998DEFD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9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9468-B573-72CF-DBF0-06084424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9669-6DBA-A66B-80E9-ED29AF435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C53BD-7515-A041-3346-C5C249F7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3C27D-4791-18E6-D5CD-41129D7B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242C9-A5A5-077C-B3F4-CD9B1D19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D544-0B82-3322-D971-9A031F8E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523CB-1837-2FE2-E625-DB59DE96A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250F-5638-7818-1F7A-FCEAB6E66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DD64E-4AA3-55E1-B72E-8CB58514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6A2C4-E1CF-0E1D-A455-190E373C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3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E795-9941-3E50-FA46-EAA31965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7EDB-724A-9DFC-98A5-A90B0D48D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E3C04-B009-9609-80C9-9E119E403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B8A97-B4C2-6A26-EF5B-12E06207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FEE66-BFCC-E0EA-E2E7-A5FE8C7F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2192A-B495-7BDC-5957-2F9CA0BA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4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BF80-8BDA-61FC-2583-3A9C82B1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851A1-26F6-F4CD-252A-CC503A75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4FAB0-AB01-F187-0B32-FAB8F4CCF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DE2FD-CDC7-F5C4-7C55-88B306771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BB098-1A54-A4B6-A382-28DBB0CEE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0D4BA-D9FB-C8B8-33BF-6F121F08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46923-E772-25A1-E948-B2AB7A8C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F98E0-5C61-EEE9-2707-ABD975AC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7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DA80-5304-DE09-D127-A14F51CE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CF75A-6001-FB3C-2277-2646F2AE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49FE6-D06C-28FB-09E9-2600BF00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5F2B4-F3B4-41D5-5828-EAB20A2A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72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83CAA-BA32-BFA7-0BA6-A1A3DA22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0B5179-B830-D0BD-4C63-D2CC9E3A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60E24-4195-E2CF-8312-D4509FEE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1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C612-B3E9-84CD-1D14-9E5BEE0F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7DB86-CCDA-127B-BAF1-3A600260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4BFD7-A7AD-5A1F-54F8-19C976DEE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5A27E-510C-D212-4FF1-1306CF494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6048C-A8D5-57D1-7286-88486C5B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7B6FC-A75F-E689-01CA-C668F26D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8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487B-FA2B-2B27-E9DC-0D95885C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CF13C-B31E-2A3A-BBBB-1E12574D2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7DA13-7096-8928-2909-090092A05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205F1-2857-1C56-BDF7-65B99C60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2EA46-5797-26FA-D3AF-5BCD426E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1BF00-65F7-68F3-2BBE-71777713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4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F0F2-E64E-C3E6-19DF-C965CBFA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122DF-92AE-635D-1B18-A32971AF3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A1E30-7C1A-9FAE-E196-EADD61F0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337B1-75E0-3B29-4D43-B5B413066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5B96-66E1-31C5-4E43-831643F0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9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B724A0-0A81-83A9-833D-6E23CC748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9C084-CE3C-A813-87C4-DFC69D780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997BE-A903-6A9D-DB7C-22A3B8FB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1471-244C-31D3-8570-9EE70E1C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1B60B-4912-8DDB-F1F7-F1970302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4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97791-3D26-2412-4D00-A7F274EC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6978B-8E5B-11AF-CD35-872509A40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AAADB-613F-2800-A5E4-A91F42DB4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C354F-166C-9944-B851-3A4ACBA9895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4D0E3-1235-AAE3-CF25-4C1DB6646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557C2-B99D-69DF-9BB2-94A368AE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07E20-A486-D64D-B1E0-0E03B04BC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1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60DC3-46DF-845B-99D5-2C85715F48A5}"/>
              </a:ext>
            </a:extLst>
          </p:cNvPr>
          <p:cNvGraphicFramePr>
            <a:graphicFrameLocks noGrp="1"/>
          </p:cNvGraphicFramePr>
          <p:nvPr/>
        </p:nvGraphicFramePr>
        <p:xfrm>
          <a:off x="610376" y="2394781"/>
          <a:ext cx="10758350" cy="2280917"/>
        </p:xfrm>
        <a:graphic>
          <a:graphicData uri="http://schemas.openxmlformats.org/drawingml/2006/table">
            <a:tbl>
              <a:tblPr/>
              <a:tblGrid>
                <a:gridCol w="1055555">
                  <a:extLst>
                    <a:ext uri="{9D8B030D-6E8A-4147-A177-3AD203B41FA5}">
                      <a16:colId xmlns:a16="http://schemas.microsoft.com/office/drawing/2014/main" val="2814721784"/>
                    </a:ext>
                  </a:extLst>
                </a:gridCol>
                <a:gridCol w="647369">
                  <a:extLst>
                    <a:ext uri="{9D8B030D-6E8A-4147-A177-3AD203B41FA5}">
                      <a16:colId xmlns:a16="http://schemas.microsoft.com/office/drawing/2014/main" val="2886524223"/>
                    </a:ext>
                  </a:extLst>
                </a:gridCol>
                <a:gridCol w="634421">
                  <a:extLst>
                    <a:ext uri="{9D8B030D-6E8A-4147-A177-3AD203B41FA5}">
                      <a16:colId xmlns:a16="http://schemas.microsoft.com/office/drawing/2014/main" val="194284903"/>
                    </a:ext>
                  </a:extLst>
                </a:gridCol>
                <a:gridCol w="582632">
                  <a:extLst>
                    <a:ext uri="{9D8B030D-6E8A-4147-A177-3AD203B41FA5}">
                      <a16:colId xmlns:a16="http://schemas.microsoft.com/office/drawing/2014/main" val="3940146635"/>
                    </a:ext>
                  </a:extLst>
                </a:gridCol>
                <a:gridCol w="504949">
                  <a:extLst>
                    <a:ext uri="{9D8B030D-6E8A-4147-A177-3AD203B41FA5}">
                      <a16:colId xmlns:a16="http://schemas.microsoft.com/office/drawing/2014/main" val="3340376325"/>
                    </a:ext>
                  </a:extLst>
                </a:gridCol>
                <a:gridCol w="546125">
                  <a:extLst>
                    <a:ext uri="{9D8B030D-6E8A-4147-A177-3AD203B41FA5}">
                      <a16:colId xmlns:a16="http://schemas.microsoft.com/office/drawing/2014/main" val="2215280343"/>
                    </a:ext>
                  </a:extLst>
                </a:gridCol>
                <a:gridCol w="670927">
                  <a:extLst>
                    <a:ext uri="{9D8B030D-6E8A-4147-A177-3AD203B41FA5}">
                      <a16:colId xmlns:a16="http://schemas.microsoft.com/office/drawing/2014/main" val="401452201"/>
                    </a:ext>
                  </a:extLst>
                </a:gridCol>
                <a:gridCol w="554059">
                  <a:extLst>
                    <a:ext uri="{9D8B030D-6E8A-4147-A177-3AD203B41FA5}">
                      <a16:colId xmlns:a16="http://schemas.microsoft.com/office/drawing/2014/main" val="3122555536"/>
                    </a:ext>
                  </a:extLst>
                </a:gridCol>
                <a:gridCol w="803928">
                  <a:extLst>
                    <a:ext uri="{9D8B030D-6E8A-4147-A177-3AD203B41FA5}">
                      <a16:colId xmlns:a16="http://schemas.microsoft.com/office/drawing/2014/main" val="946168527"/>
                    </a:ext>
                  </a:extLst>
                </a:gridCol>
                <a:gridCol w="662696">
                  <a:extLst>
                    <a:ext uri="{9D8B030D-6E8A-4147-A177-3AD203B41FA5}">
                      <a16:colId xmlns:a16="http://schemas.microsoft.com/office/drawing/2014/main" val="3749520733"/>
                    </a:ext>
                  </a:extLst>
                </a:gridCol>
                <a:gridCol w="619243">
                  <a:extLst>
                    <a:ext uri="{9D8B030D-6E8A-4147-A177-3AD203B41FA5}">
                      <a16:colId xmlns:a16="http://schemas.microsoft.com/office/drawing/2014/main" val="3918946421"/>
                    </a:ext>
                  </a:extLst>
                </a:gridCol>
                <a:gridCol w="610697">
                  <a:extLst>
                    <a:ext uri="{9D8B030D-6E8A-4147-A177-3AD203B41FA5}">
                      <a16:colId xmlns:a16="http://schemas.microsoft.com/office/drawing/2014/main" val="3602121528"/>
                    </a:ext>
                  </a:extLst>
                </a:gridCol>
                <a:gridCol w="530012">
                  <a:extLst>
                    <a:ext uri="{9D8B030D-6E8A-4147-A177-3AD203B41FA5}">
                      <a16:colId xmlns:a16="http://schemas.microsoft.com/office/drawing/2014/main" val="2072840586"/>
                    </a:ext>
                  </a:extLst>
                </a:gridCol>
                <a:gridCol w="608377">
                  <a:extLst>
                    <a:ext uri="{9D8B030D-6E8A-4147-A177-3AD203B41FA5}">
                      <a16:colId xmlns:a16="http://schemas.microsoft.com/office/drawing/2014/main" val="103855923"/>
                    </a:ext>
                  </a:extLst>
                </a:gridCol>
                <a:gridCol w="554059">
                  <a:extLst>
                    <a:ext uri="{9D8B030D-6E8A-4147-A177-3AD203B41FA5}">
                      <a16:colId xmlns:a16="http://schemas.microsoft.com/office/drawing/2014/main" val="3233187088"/>
                    </a:ext>
                  </a:extLst>
                </a:gridCol>
                <a:gridCol w="597514">
                  <a:extLst>
                    <a:ext uri="{9D8B030D-6E8A-4147-A177-3AD203B41FA5}">
                      <a16:colId xmlns:a16="http://schemas.microsoft.com/office/drawing/2014/main" val="1660574799"/>
                    </a:ext>
                  </a:extLst>
                </a:gridCol>
                <a:gridCol w="575787">
                  <a:extLst>
                    <a:ext uri="{9D8B030D-6E8A-4147-A177-3AD203B41FA5}">
                      <a16:colId xmlns:a16="http://schemas.microsoft.com/office/drawing/2014/main" val="417117445"/>
                    </a:ext>
                  </a:extLst>
                </a:gridCol>
              </a:tblGrid>
              <a:tr h="2915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|V|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|E|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lang="en-US" sz="1000" b="1" i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𝜏</a:t>
                      </a:r>
                      <a:r>
                        <a:rPr lang="en-US" sz="1000" b="1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size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γ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# root tasks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sz="9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-AIMD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GPU-Layered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GPU-Hybrid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CPU-Only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CPU+GPU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GL2G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CG2GL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Quick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FastQC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07119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socfb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-B-anon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2.938M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41.92M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4356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399,864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801.2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802.3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1708.1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607.6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1625.6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01679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Flixster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2.523M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15.84M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41,319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115.8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117.0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117.3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25.4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747.9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2640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pokec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1.633M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44.60M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14,854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573,021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546.3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239.2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240.1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362.8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210.0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1260.9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873528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Hyves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1.403M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5.555M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31,883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1265.0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24.4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974942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Douban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154.9K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654.3K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20,181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1095.1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66162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WordNet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146.0K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1.314M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294.9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301.2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4161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slashdot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-threads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51.08K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233.1K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2915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000798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FB-Pages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50.52K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1.638M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16,009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714.7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406.3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400.5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250.1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01787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kywiktionary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39.88K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152.9K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23,237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381.5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061633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wikilens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-ratings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5111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53.70K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1730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715.4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22.6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8534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sswiki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22.23K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214.9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1021.6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96.9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70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53985C-F6B1-8D45-33FA-0C3E242B8BFA}"/>
              </a:ext>
            </a:extLst>
          </p:cNvPr>
          <p:cNvSpPr txBox="1"/>
          <p:nvPr/>
        </p:nvSpPr>
        <p:spPr>
          <a:xfrm>
            <a:off x="3301868" y="5355772"/>
            <a:ext cx="5588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Invalid results due to big tasks that GPU cannot handle</a:t>
            </a:r>
          </a:p>
        </p:txBody>
      </p:sp>
    </p:spTree>
    <p:extLst>
      <p:ext uri="{BB962C8B-B14F-4D97-AF65-F5344CB8AC3E}">
        <p14:creationId xmlns:p14="http://schemas.microsoft.com/office/powerpoint/2010/main" val="415811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Macintosh PowerPoint</Application>
  <PresentationFormat>Widescreen</PresentationFormat>
  <Paragraphs>205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1</cp:revision>
  <dcterms:created xsi:type="dcterms:W3CDTF">2026-08-27T01:43:27Z</dcterms:created>
  <dcterms:modified xsi:type="dcterms:W3CDTF">2026-08-27T01:43:41Z</dcterms:modified>
</cp:coreProperties>
</file>