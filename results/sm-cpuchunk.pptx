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36" d="100"/>
          <a:sy n="136" d="100"/>
        </p:scale>
        <p:origin x="-168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59A5-E0AD-22DB-C7F9-695490E6F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3BE67-2E2C-0C94-CF57-7F414390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9497F-C3FB-ECBC-961F-847BE8B1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8796E-5731-F4A0-3F84-173F4E89A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55216-E8B7-9B0F-FAF6-A3C2B555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9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C9AC-D441-CF62-DFC4-E68227DC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08A9-3392-45BC-A22A-2A243CFD6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28C82-97A3-3E36-93CD-EAEA883E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2ABF-D4CA-3418-53A9-D3FF3AFF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A2D2-290E-B98A-D9B7-33855C2A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7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33CE-4D77-0454-3B2C-D31E09F6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BBAA7-9554-25F0-9BB9-EEBF5D458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A596A-4FA4-2666-AF75-2A15A20B0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73B75-2E5C-B08B-7992-48A0E2E3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539C2-2894-7FAF-0B53-80A8E092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8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6C5F-A3AD-2783-5A64-E504BDF7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57D59-ACEA-C108-A00C-D46AD422F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19B4F-3D4F-D4D9-AD98-FD057325B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60F0B-F43F-4228-0837-1C032A1E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33F2C-9375-62C8-CD01-57EDE199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CCB78-D386-173E-583B-A24DDB9F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0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D55E-25A1-9781-D658-48B6C6AB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8088A-69CC-136A-F386-B02D87B1C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6FC8E-A2DE-2D9D-D4B6-60475975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7B12A-B148-95B5-DE55-4D2B12553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77199-9ACF-1ADD-A3D6-081F125EE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2D74E-2142-1BAA-F118-740ECE20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5FCDB-3455-6B37-6915-3E67CC8C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7D4AE-0AFA-38B9-52B8-1146FE92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9548-AD2D-14B4-F203-4A901D32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432B4-1D05-F766-B7E5-E5DAB136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8D835-8C17-99DE-CA81-CE5E117B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760D9-9F73-AB5C-A7DE-381946DF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8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3E246-DC90-163B-1356-B35EA544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2ACD27-6F87-9420-25A7-FDFD9C9F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FB0F3-476F-1C9E-75BE-D5051146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8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5F4D-1697-9F9E-3C9A-0FC9C526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A726-77CC-BBA2-D727-EC6978174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418DD-CA00-DFE2-1BA7-326FE94B4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1BA67-0815-716D-8CE2-FF94303B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53B73-F1CE-EBA5-2215-887BDBEF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877D8-612C-6721-EC86-A2FB5EAE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7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FDFE-83BF-62CB-E413-A8666CF6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EAB4D-E51E-BCC6-214A-51D7FD005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E6379-1BAA-76CE-1932-4A80FBAE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DC0C-7BAD-F11E-3FD5-8860B5BD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B8B4A-C6D6-FDB2-1786-7678A5B9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7EB92-F36D-47C7-A8E8-16C0C78A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1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A9F0-2970-74BA-1558-16BB3993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2E195-6C7C-ECC9-DF1C-307460E6B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671F3-4A16-71B7-6623-A7506F63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1C000-C4B9-9FD2-63B4-1ADF2D60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14029-E9C3-2F24-C37C-7A340C72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4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EDA00E-E21A-2D7C-D7E9-FD2060DF3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274D4-A87A-73A9-BF12-7285AF868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0CC1D-4212-D343-C65A-2FAC6D80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AFBDD-E101-6801-0063-A6FFAFD1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BFE9A-FF71-907B-CE61-62E235CB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3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A2143-000D-0380-3A93-DEE41526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081D1-4AA8-9E99-D3F2-9CD74E4D1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8A697-9BF1-91CA-0B92-DAB29F8BD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A3EED-780F-B14A-A4DF-D0969986D293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3CD20-1BFF-0946-9F81-81C5A774C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B750D-D307-132E-B8B2-E6AF19315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076BB-2B12-8D48-A509-0D648C92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2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94E6-0E17-52A0-03A5-EF56DF52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DC4F3FA-75D3-E9C9-80CB-A60011641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17123"/>
              </p:ext>
            </p:extLst>
          </p:nvPr>
        </p:nvGraphicFramePr>
        <p:xfrm>
          <a:off x="3952581" y="1417144"/>
          <a:ext cx="4029074" cy="3932271"/>
        </p:xfrm>
        <a:graphic>
          <a:graphicData uri="http://schemas.openxmlformats.org/drawingml/2006/table">
            <a:tbl>
              <a:tblPr/>
              <a:tblGrid>
                <a:gridCol w="771524">
                  <a:extLst>
                    <a:ext uri="{9D8B030D-6E8A-4147-A177-3AD203B41FA5}">
                      <a16:colId xmlns:a16="http://schemas.microsoft.com/office/drawing/2014/main" val="98877607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43706215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392013438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85524345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160384278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906416217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1691313759"/>
                    </a:ext>
                  </a:extLst>
                </a:gridCol>
              </a:tblGrid>
              <a:tr h="21394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Query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81072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0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cebwiki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12716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171624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20.7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34.9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85936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67.7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5111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511401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orkut</a:t>
                      </a: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-links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29.4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06214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52.7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58.3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63.7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66.3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6513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168.3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173.9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184.6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187.4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01035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188.0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185.7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199.6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82175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43.5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24488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edit-</a:t>
                      </a:r>
                      <a:r>
                        <a:rPr lang="en-US" sz="10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arwiki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90697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129.2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129.7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133.5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134.8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131.6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42273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466.9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477.1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483.5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496.2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512.3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708468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443.7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476.9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528.7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560.4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728.9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757341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12.3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23.4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37.9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46.0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47379"/>
                  </a:ext>
                </a:extLst>
              </a:tr>
              <a:tr h="181857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wiki-</a:t>
                      </a:r>
                      <a:r>
                        <a:rPr lang="en-US" sz="10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topcats</a:t>
                      </a:r>
                      <a:endParaRPr lang="en-US" sz="10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9.8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13.6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20.3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185267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5.6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7.7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13.0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29.5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118192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15.2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27.4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48949"/>
                  </a:ext>
                </a:extLst>
              </a:tr>
              <a:tr h="1818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P4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33.9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509644"/>
                  </a:ext>
                </a:extLst>
              </a:tr>
              <a:tr h="1925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P5</a:t>
                      </a: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10.0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18.1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15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4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023" marR="8023" marT="80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4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3969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57638A-C510-47B1-FC2A-2AF5FE4BFAB5}"/>
              </a:ext>
            </a:extLst>
          </p:cNvPr>
          <p:cNvSpPr txBox="1"/>
          <p:nvPr/>
        </p:nvSpPr>
        <p:spPr>
          <a:xfrm>
            <a:off x="3786329" y="809625"/>
            <a:ext cx="4619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Experiments with difference </a:t>
            </a:r>
            <a:r>
              <a:rPr lang="en-US" dirty="0" err="1"/>
              <a:t>cpu</a:t>
            </a:r>
            <a:r>
              <a:rPr lang="en-US" dirty="0"/>
              <a:t>-chunk sizes</a:t>
            </a:r>
          </a:p>
        </p:txBody>
      </p:sp>
    </p:spTree>
    <p:extLst>
      <p:ext uri="{BB962C8B-B14F-4D97-AF65-F5344CB8AC3E}">
        <p14:creationId xmlns:p14="http://schemas.microsoft.com/office/powerpoint/2010/main" val="3586012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136</Words>
  <Application>Microsoft Macintosh PowerPoint</Application>
  <PresentationFormat>Widescreen</PresentationFormat>
  <Paragraphs>132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5</cp:revision>
  <dcterms:created xsi:type="dcterms:W3CDTF">2026-08-27T15:12:29Z</dcterms:created>
  <dcterms:modified xsi:type="dcterms:W3CDTF">2026-08-27T21:46:33Z</dcterms:modified>
</cp:coreProperties>
</file>