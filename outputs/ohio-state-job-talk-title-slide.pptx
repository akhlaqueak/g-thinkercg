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view context">
            <a:extLst>
              <a:ext uri="{FF2B5EF4-FFF2-40B4-BE49-F238E27FC236}">
                <a16:creationId xmlns:a16="http://schemas.microsoft.com/office/drawing/2014/main" id="{E37A7EA5-BDB8-4F9C-87DF-7C9C39999609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7239000" cy="3238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1650">
                <a:solidFill>
                  <a:srgbClr val="BA0C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BA0C2F"/>
                </a:solidFill>
              </a:rPr>
              <a:t>RESEARCH SCIENTIST INTERVIEW </a:t>
            </a:r>
          </a:p>
        </p:txBody>
      </p:sp>
      <p:sp>
        <p:nvSpPr>
          <p:cNvPr id="2" name="Host institution">
            <a:extLst>
              <a:ext uri="{FF2B5EF4-FFF2-40B4-BE49-F238E27FC236}">
                <a16:creationId xmlns:a16="http://schemas.microsoft.com/office/drawing/2014/main" id="{A04D62B5-05FD-431C-A075-005A4839352C}"/>
              </a:ext>
            </a:extLst>
          </p:cNvPr>
          <p:cNvSpPr>
            <a:spLocks noGrp="1"/>
          </p:cNvSpPr>
          <p:nvPr/>
        </p:nvSpPr>
        <p:spPr>
          <a:xfrm>
            <a:off x="293725" y="828675"/>
            <a:ext cx="3790950" cy="30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r"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55555"/>
                </a:solidFill>
              </a:rPr>
              <a:t>AI(X) HUB  ·  THE OHIO STATE UNIVERSITY</a:t>
            </a:r>
          </a:p>
        </p:txBody>
      </p:sp>
      <p:sp>
        <p:nvSpPr>
          <p:cNvPr id="3" name="Presentation title">
            <a:extLst>
              <a:ext uri="{FF2B5EF4-FFF2-40B4-BE49-F238E27FC236}">
                <a16:creationId xmlns:a16="http://schemas.microsoft.com/office/drawing/2014/main" id="{B09618CB-4936-43D5-BBF9-CE7C5E6922E9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810750" cy="20002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buNone/>
              <a:defRPr sz="54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dirty="0">
                <a:solidFill>
                  <a:srgbClr val="111111"/>
                </a:solidFill>
              </a:rPr>
              <a:t>Research Contributions
</a:t>
            </a:r>
            <a:r>
              <a:rPr lang="en-US" sz="5400" b="1" dirty="0">
                <a:solidFill>
                  <a:srgbClr val="111111"/>
                </a:solidFill>
              </a:rPr>
              <a:t>And</a:t>
            </a:r>
            <a:r>
              <a:rPr sz="5400" b="1" dirty="0">
                <a:solidFill>
                  <a:srgbClr val="111111"/>
                </a:solidFill>
              </a:rPr>
              <a:t> Collaborative Innovation</a:t>
            </a:r>
          </a:p>
        </p:txBody>
      </p:sp>
      <p:sp>
        <p:nvSpPr>
          <p:cNvPr id="4" name="Presentation scope">
            <a:extLst>
              <a:ext uri="{FF2B5EF4-FFF2-40B4-BE49-F238E27FC236}">
                <a16:creationId xmlns:a16="http://schemas.microsoft.com/office/drawing/2014/main" id="{0C592596-E2BA-42F0-9FD9-3DB1502BF305}"/>
              </a:ext>
            </a:extLst>
          </p:cNvPr>
          <p:cNvSpPr>
            <a:spLocks noGrp="1"/>
          </p:cNvSpPr>
          <p:nvPr/>
        </p:nvSpPr>
        <p:spPr>
          <a:xfrm>
            <a:off x="685800" y="3971925"/>
            <a:ext cx="9906000" cy="457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2025">
                <a:solidFill>
                  <a:srgbClr val="4B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4B4B4B"/>
                </a:solidFill>
              </a:rPr>
              <a:t>Novel solutions · interdisciplinary teamwork · proposal development</a:t>
            </a:r>
          </a:p>
        </p:txBody>
      </p:sp>
      <p:sp>
        <p:nvSpPr>
          <p:cNvPr id="5" name="Presenter name">
            <a:extLst>
              <a:ext uri="{FF2B5EF4-FFF2-40B4-BE49-F238E27FC236}">
                <a16:creationId xmlns:a16="http://schemas.microsoft.com/office/drawing/2014/main" id="{8BDBE5DF-054F-4EA0-B005-7A4FA40E4669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5334000" cy="400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22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</a:rPr>
              <a:t>Akhlaque Ahmad</a:t>
            </a:r>
          </a:p>
        </p:txBody>
      </p:sp>
      <p:pic>
        <p:nvPicPr>
          <p:cNvPr id="8" name="Picture 2" descr="IU's Marketing Lockups: Logo and Marks: Design: IU Brand: Indiana University">
            <a:extLst>
              <a:ext uri="{FF2B5EF4-FFF2-40B4-BE49-F238E27FC236}">
                <a16:creationId xmlns:a16="http://schemas.microsoft.com/office/drawing/2014/main" id="{C95A4DF2-3A48-067F-F811-337892A952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9" t="20000" r="9836" b="18798"/>
          <a:stretch/>
        </p:blipFill>
        <p:spPr bwMode="auto">
          <a:xfrm>
            <a:off x="8316875" y="376872"/>
            <a:ext cx="3425094" cy="161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573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Macintosh PowerPoint</Application>
  <DocSecurity>0</DocSecurity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Ahmad, Akhlaque</cp:lastModifiedBy>
  <cp:revision>1</cp:revision>
  <dcterms:created xsi:type="dcterms:W3CDTF">2026-07-22T18:15:51Z</dcterms:created>
  <dcterms:modified xsi:type="dcterms:W3CDTF">2026-07-22T18:24:16Z</dcterms:modified>
</cp:coreProperties>
</file>