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726"/>
  </p:normalViewPr>
  <p:slideViewPr>
    <p:cSldViewPr snapToGrid="0">
      <p:cViewPr varScale="1">
        <p:scale>
          <a:sx n="120" d="100"/>
          <a:sy n="120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85.2 sec </a:t>
            </a:r>
          </a:p>
          <a:p>
            <a:r>
              <a:rPr lang="en-US" dirty="0"/>
              <a:t>host buffer read/write: 8.3 sec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B337A4-81B6-FED8-254B-771A44FD4A2F}"/>
              </a:ext>
            </a:extLst>
          </p:cNvPr>
          <p:cNvSpPr/>
          <p:nvPr/>
        </p:nvSpPr>
        <p:spPr>
          <a:xfrm>
            <a:off x="6779173" y="5435216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F52175-1AB0-5781-9179-92C1013667FA}"/>
              </a:ext>
            </a:extLst>
          </p:cNvPr>
          <p:cNvSpPr/>
          <p:nvPr/>
        </p:nvSpPr>
        <p:spPr>
          <a:xfrm>
            <a:off x="6779172" y="6125013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16A70B-E2E2-4B14-8CFC-AA561594D92B}"/>
              </a:ext>
            </a:extLst>
          </p:cNvPr>
          <p:cNvSpPr/>
          <p:nvPr/>
        </p:nvSpPr>
        <p:spPr>
          <a:xfrm>
            <a:off x="6863256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631529-204C-3B51-97B3-7FF7CF1C29F7}"/>
              </a:ext>
            </a:extLst>
          </p:cNvPr>
          <p:cNvSpPr/>
          <p:nvPr/>
        </p:nvSpPr>
        <p:spPr>
          <a:xfrm>
            <a:off x="7126015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F5C227-10D3-9E28-8DE5-BB644C6DB189}"/>
              </a:ext>
            </a:extLst>
          </p:cNvPr>
          <p:cNvSpPr/>
          <p:nvPr/>
        </p:nvSpPr>
        <p:spPr>
          <a:xfrm>
            <a:off x="7388774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78BC3-BACA-2623-F8E2-06EA860C67CD}"/>
              </a:ext>
            </a:extLst>
          </p:cNvPr>
          <p:cNvSpPr/>
          <p:nvPr/>
        </p:nvSpPr>
        <p:spPr>
          <a:xfrm>
            <a:off x="7651533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4EE2DD-ECD0-8988-EDEF-1C0B30F4538E}"/>
              </a:ext>
            </a:extLst>
          </p:cNvPr>
          <p:cNvSpPr/>
          <p:nvPr/>
        </p:nvSpPr>
        <p:spPr>
          <a:xfrm>
            <a:off x="7914292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59B738-F281-26CC-EADD-490BDEC0D22A}"/>
              </a:ext>
            </a:extLst>
          </p:cNvPr>
          <p:cNvSpPr/>
          <p:nvPr/>
        </p:nvSpPr>
        <p:spPr>
          <a:xfrm>
            <a:off x="8177051" y="5485725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FE7D5B-E899-D64D-9F95-7DFE4D5CAD62}"/>
              </a:ext>
            </a:extLst>
          </p:cNvPr>
          <p:cNvSpPr/>
          <p:nvPr/>
        </p:nvSpPr>
        <p:spPr>
          <a:xfrm>
            <a:off x="7662044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5C3B04B-8089-BEEE-CEF7-E1BC983D4AD5}"/>
              </a:ext>
            </a:extLst>
          </p:cNvPr>
          <p:cNvSpPr/>
          <p:nvPr/>
        </p:nvSpPr>
        <p:spPr>
          <a:xfrm>
            <a:off x="7924803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D6C44D-F4E4-F432-B374-2EDA5CD8A40B}"/>
              </a:ext>
            </a:extLst>
          </p:cNvPr>
          <p:cNvSpPr/>
          <p:nvPr/>
        </p:nvSpPr>
        <p:spPr>
          <a:xfrm>
            <a:off x="8187562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A77F03F-5A45-3A20-EAF2-C352BCA85D84}"/>
              </a:ext>
            </a:extLst>
          </p:cNvPr>
          <p:cNvSpPr/>
          <p:nvPr/>
        </p:nvSpPr>
        <p:spPr>
          <a:xfrm>
            <a:off x="8450321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D8BE32-42B9-A6C1-E5D1-E4A9C05A313C}"/>
              </a:ext>
            </a:extLst>
          </p:cNvPr>
          <p:cNvSpPr/>
          <p:nvPr/>
        </p:nvSpPr>
        <p:spPr>
          <a:xfrm>
            <a:off x="8713080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6B7719-5087-EB6F-7853-AF74CA301F9F}"/>
              </a:ext>
            </a:extLst>
          </p:cNvPr>
          <p:cNvSpPr/>
          <p:nvPr/>
        </p:nvSpPr>
        <p:spPr>
          <a:xfrm>
            <a:off x="8975839" y="6182886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1B4F7D-E327-EF00-B2EB-D3B81C7D1EB5}"/>
              </a:ext>
            </a:extLst>
          </p:cNvPr>
          <p:cNvSpPr txBox="1"/>
          <p:nvPr/>
        </p:nvSpPr>
        <p:spPr>
          <a:xfrm>
            <a:off x="6505903" y="5100678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1CE647-0EF1-9A0D-9AFE-FC1F9DE52991}"/>
              </a:ext>
            </a:extLst>
          </p:cNvPr>
          <p:cNvSpPr txBox="1"/>
          <p:nvPr/>
        </p:nvSpPr>
        <p:spPr>
          <a:xfrm>
            <a:off x="6411312" y="5813554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2A78CE-47B7-C2BC-DED0-11DB194DBEDB}"/>
              </a:ext>
            </a:extLst>
          </p:cNvPr>
          <p:cNvSpPr/>
          <p:nvPr/>
        </p:nvSpPr>
        <p:spPr>
          <a:xfrm>
            <a:off x="6868514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A2CAA3F-C807-DC50-FDC0-0C4C7C7C31F9}"/>
              </a:ext>
            </a:extLst>
          </p:cNvPr>
          <p:cNvSpPr/>
          <p:nvPr/>
        </p:nvSpPr>
        <p:spPr>
          <a:xfrm>
            <a:off x="7131273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D111EE6-D952-9796-1809-E04E52097063}"/>
              </a:ext>
            </a:extLst>
          </p:cNvPr>
          <p:cNvSpPr/>
          <p:nvPr/>
        </p:nvSpPr>
        <p:spPr>
          <a:xfrm>
            <a:off x="7394032" y="6190835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wikipedia_link_fr</a:t>
            </a:r>
            <a:r>
              <a:rPr lang="en-US" dirty="0">
                <a:solidFill>
                  <a:schemeClr val="accent1"/>
                </a:solidFill>
              </a:rPr>
              <a:t>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712501"/>
              </p:ext>
            </p:extLst>
          </p:nvPr>
        </p:nvGraphicFramePr>
        <p:xfrm>
          <a:off x="904602" y="3063421"/>
          <a:ext cx="10378445" cy="3373876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-CG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E8D96-752A-BB39-31C5-06E927181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Dividing Tasks Among CPU Workers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1644B-847F-58EE-7D76-5F47DB1DE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Earlier CPU workers takes fixed number of tasks/vertices (</a:t>
            </a:r>
            <a:r>
              <a:rPr lang="en-US" dirty="0" err="1"/>
              <a:t>cpuchunk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better division is: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min(#tasks / #workers, </a:t>
            </a:r>
            <a:r>
              <a:rPr lang="en-US" dirty="0" err="1"/>
              <a:t>cpuchunk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68713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00BAD-79FD-0470-8427-965989CA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8D188-066E-2D61-09D7-012E036D4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04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5098</TotalTime>
  <Words>265</Words>
  <Application>Microsoft Macintosh PowerPoint</Application>
  <PresentationFormat>Widescreen</PresentationFormat>
  <Paragraphs>104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Aptos Narrow</vt:lpstr>
      <vt:lpstr>Arial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</vt:lpstr>
      <vt:lpstr>Dividing Tasks Among CPU Workers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3</cp:revision>
  <dcterms:created xsi:type="dcterms:W3CDTF">2026-04-20T02:32:18Z</dcterms:created>
  <dcterms:modified xsi:type="dcterms:W3CDTF">2026-05-01T13:54:16Z</dcterms:modified>
</cp:coreProperties>
</file>