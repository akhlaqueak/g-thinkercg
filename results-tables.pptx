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6" r:id="rId2"/>
    <p:sldId id="295" r:id="rId3"/>
    <p:sldId id="29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38"/>
  </p:normalViewPr>
  <p:slideViewPr>
    <p:cSldViewPr snapToGrid="0">
      <p:cViewPr>
        <p:scale>
          <a:sx n="133" d="100"/>
          <a:sy n="133" d="100"/>
        </p:scale>
        <p:origin x="-4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7D9D-175F-B97D-EBFD-188C1A3FA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7A178-FC3F-6767-F0C6-67711E9E0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F2722-10E8-D111-593F-65945F31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50BA-DC77-AD0E-B748-595B223E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111FF-2703-4033-9B44-DAF026D5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3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B691-58A8-9E02-A899-11DC7FA6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52A4E-97AA-2710-7713-7D775596B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CA9F5-1E98-B475-8F31-7FF8701A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6E65F-B991-A057-FD43-451D3E8B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21E7C-2D3C-711B-6537-1B6AF3B1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2F06-543C-5392-48EF-2D37CF3C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6C8FB-04A1-7B53-727C-ECC1295A6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14EEB-91A0-314C-188F-581C0327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5BA3D-522B-449F-D373-1A10A3F9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87930-C736-D4E9-8B08-32BB707B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9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ECC2-069B-A95E-6759-FF21D09C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99CE-E3FB-1960-6FC6-AF5463A49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AC10D-6D18-7466-1B7C-E02B85070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644A-C96E-3C82-3C62-85C1EC90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C87C-BA70-7698-C017-02139617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97A6A-8821-7CDA-810A-4A6D06DA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2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899E-983F-35DA-9413-516C102B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03D81-5A4A-CAD8-FC08-A8DDD22DD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E6BC6-A4D7-EFCA-D331-9CE2DCED5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AD068-0330-0ED3-967F-2CE1759F2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4FB58-D125-FC25-9048-771C30682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42B4A-8A76-60A5-3E19-1EF27C76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7E630-126F-8763-8E3D-3222DB9D7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7F414-2B3E-44BF-A0BC-FAEAD7E8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4095-1CA7-CA3F-12C3-D11B2409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24A5D-7E28-E720-6084-0AC35E2D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1C997-5A72-25F1-15CE-36E3A499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35F9B-5A3C-C259-5CD3-4419F7C8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7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B79B4-FF91-105E-88AF-2A70BDA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2BA2C-1F9B-E911-9350-2B354B21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13E33-60C6-5113-A74E-47FB33A4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3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2DDD-9756-31C3-BE69-09674FBD9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AB8E-BAA5-E097-168A-BE5D4FDF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3EC7F-61E2-8AD9-34F2-DDBD9ABFB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7D752-AAD1-40F9-B319-4FE081D4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DA8F5-88F5-453C-C6B6-D25BF17E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6A064-C2DD-93EA-F700-50E09506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3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098E-C3D4-13BA-A184-4A615897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872CC-92EC-58B4-5E07-9B86D7CC8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FFA93-CBC8-75EB-78C1-093BCB0BD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EC9BE-3E51-8F97-FC11-665EAD23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B87A1-5DE2-009A-C2A7-8416BCC9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D6A5-FD7E-D4DB-7231-C0BCEB4D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9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1BD7-FC21-6E45-742D-09FADCBA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C6813-95BC-2CCC-143A-17F75F5E2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12F1-D69A-71E1-1DE2-5F834F16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458BC-12ED-4FBD-13B2-5BFF16FC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1E848-C945-B902-6FCE-6764F13A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32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09C34-388D-A743-6508-85A55EF8A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E1B32-F28F-3148-4B5D-0A70472DA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983BC-47E1-7072-AD54-807B5D2B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6994B-8109-854F-EC49-58A5F287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E806-E215-4677-A224-E37FBF08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97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050FB-F62C-F1AB-1398-88E60AEC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1491C-F5D0-89B2-3BAC-5AA3E4992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D451D-5416-18A9-FCE5-1C568AA57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B1EBF-9E0E-964E-B873-EC23277E6EF1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4AD18-8BB9-B57F-09BB-E9F87F987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FD18F-F228-28E1-3CEC-599414B0E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D9338-7461-424C-95E0-AB8EA313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9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D26F63-FE3F-B6A9-EE9C-58E6DFDFA9A8}"/>
              </a:ext>
            </a:extLst>
          </p:cNvPr>
          <p:cNvGraphicFramePr>
            <a:graphicFrameLocks noGrp="1"/>
          </p:cNvGraphicFramePr>
          <p:nvPr/>
        </p:nvGraphicFramePr>
        <p:xfrm>
          <a:off x="1223375" y="1367121"/>
          <a:ext cx="9745249" cy="4123758"/>
        </p:xfrm>
        <a:graphic>
          <a:graphicData uri="http://schemas.openxmlformats.org/drawingml/2006/table">
            <a:tbl>
              <a:tblPr/>
              <a:tblGrid>
                <a:gridCol w="1439559">
                  <a:extLst>
                    <a:ext uri="{9D8B030D-6E8A-4147-A177-3AD203B41FA5}">
                      <a16:colId xmlns:a16="http://schemas.microsoft.com/office/drawing/2014/main" val="2973545624"/>
                    </a:ext>
                  </a:extLst>
                </a:gridCol>
                <a:gridCol w="745402">
                  <a:extLst>
                    <a:ext uri="{9D8B030D-6E8A-4147-A177-3AD203B41FA5}">
                      <a16:colId xmlns:a16="http://schemas.microsoft.com/office/drawing/2014/main" val="369882124"/>
                    </a:ext>
                  </a:extLst>
                </a:gridCol>
                <a:gridCol w="745402">
                  <a:extLst>
                    <a:ext uri="{9D8B030D-6E8A-4147-A177-3AD203B41FA5}">
                      <a16:colId xmlns:a16="http://schemas.microsoft.com/office/drawing/2014/main" val="3812125455"/>
                    </a:ext>
                  </a:extLst>
                </a:gridCol>
                <a:gridCol w="752289">
                  <a:extLst>
                    <a:ext uri="{9D8B030D-6E8A-4147-A177-3AD203B41FA5}">
                      <a16:colId xmlns:a16="http://schemas.microsoft.com/office/drawing/2014/main" val="36782716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58799652"/>
                    </a:ext>
                  </a:extLst>
                </a:gridCol>
                <a:gridCol w="839244">
                  <a:extLst>
                    <a:ext uri="{9D8B030D-6E8A-4147-A177-3AD203B41FA5}">
                      <a16:colId xmlns:a16="http://schemas.microsoft.com/office/drawing/2014/main" val="4276073019"/>
                    </a:ext>
                  </a:extLst>
                </a:gridCol>
                <a:gridCol w="789140">
                  <a:extLst>
                    <a:ext uri="{9D8B030D-6E8A-4147-A177-3AD203B41FA5}">
                      <a16:colId xmlns:a16="http://schemas.microsoft.com/office/drawing/2014/main" val="2463051741"/>
                    </a:ext>
                  </a:extLst>
                </a:gridCol>
                <a:gridCol w="764088">
                  <a:extLst>
                    <a:ext uri="{9D8B030D-6E8A-4147-A177-3AD203B41FA5}">
                      <a16:colId xmlns:a16="http://schemas.microsoft.com/office/drawing/2014/main" val="1472400282"/>
                    </a:ext>
                  </a:extLst>
                </a:gridCol>
                <a:gridCol w="739035">
                  <a:extLst>
                    <a:ext uri="{9D8B030D-6E8A-4147-A177-3AD203B41FA5}">
                      <a16:colId xmlns:a16="http://schemas.microsoft.com/office/drawing/2014/main" val="3895771630"/>
                    </a:ext>
                  </a:extLst>
                </a:gridCol>
                <a:gridCol w="801666">
                  <a:extLst>
                    <a:ext uri="{9D8B030D-6E8A-4147-A177-3AD203B41FA5}">
                      <a16:colId xmlns:a16="http://schemas.microsoft.com/office/drawing/2014/main" val="1879828629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849871257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2931578335"/>
                    </a:ext>
                  </a:extLst>
                </a:gridCol>
              </a:tblGrid>
              <a:tr h="2176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|V|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|E|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sz="1100" b="1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1100" b="1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-AIMD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GPU-Layered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GPU-Hybrid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CPU-Only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CPU+GPU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GH2G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CG2GH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7381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soc-sinaweibo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58.66M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522.6M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278.5K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52782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web-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wikipedia_link_en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25.92M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1086.4M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4271.3K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151.5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47256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edit-frwiki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8.833M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2126.4K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306.4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13982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edit-cebwiki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8.483M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8421.4K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2472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edit-svwiki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7.570M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43.88M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5670.0K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00743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edit-eswiki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5.868M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61.17M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959.3K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34817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edit-dewiki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5.829M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110.4M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818.2K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245.5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27464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edit-enwiktionary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5.813M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54.24M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3504.0K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385824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wikipedia_link_sh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3.924M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254.6K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483.4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483.7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481.9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450.8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78501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wikipedia_link_de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3.604M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155.1M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434.2K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196.6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1952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edit-frwiktionary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3.412M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26.85M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2487.1K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70724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wikipedia_link_ru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3.370M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143.9M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06259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wikipedia_link_fr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3.333M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399.4K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237.1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199.8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834.2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179.0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068681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wikipedia_link_sr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3.175M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206.6M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369.6K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434.1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494.0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409.9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346.2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130043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orkut-links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3.072M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234.4M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33.31K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095371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edit-arwiki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2.940M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20.97M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916.7K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8502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wikipedia_link_nl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2.623M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94.93M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900.4K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25132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wiki-Talk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2.394M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9.319M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100.0K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317441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wikipedia_link_it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2.149M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155.8M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286.6K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17475"/>
                  </a:ext>
                </a:extLst>
              </a:tr>
              <a:tr h="20618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wiki-topcats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1.791M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50.89M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238.3K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28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00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DFBC40D-3C7C-FECE-AC01-1D5424AA9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98491"/>
              </p:ext>
            </p:extLst>
          </p:nvPr>
        </p:nvGraphicFramePr>
        <p:xfrm>
          <a:off x="1812447" y="1498107"/>
          <a:ext cx="8567106" cy="3861786"/>
        </p:xfrm>
        <a:graphic>
          <a:graphicData uri="http://schemas.openxmlformats.org/drawingml/2006/table">
            <a:tbl>
              <a:tblPr/>
              <a:tblGrid>
                <a:gridCol w="906052">
                  <a:extLst>
                    <a:ext uri="{9D8B030D-6E8A-4147-A177-3AD203B41FA5}">
                      <a16:colId xmlns:a16="http://schemas.microsoft.com/office/drawing/2014/main" val="988776072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2437062159"/>
                    </a:ext>
                  </a:extLst>
                </a:gridCol>
                <a:gridCol w="673239">
                  <a:extLst>
                    <a:ext uri="{9D8B030D-6E8A-4147-A177-3AD203B41FA5}">
                      <a16:colId xmlns:a16="http://schemas.microsoft.com/office/drawing/2014/main" val="2392013438"/>
                    </a:ext>
                  </a:extLst>
                </a:gridCol>
                <a:gridCol w="834014">
                  <a:extLst>
                    <a:ext uri="{9D8B030D-6E8A-4147-A177-3AD203B41FA5}">
                      <a16:colId xmlns:a16="http://schemas.microsoft.com/office/drawing/2014/main" val="2085524345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280746707"/>
                    </a:ext>
                  </a:extLst>
                </a:gridCol>
                <a:gridCol w="663191">
                  <a:extLst>
                    <a:ext uri="{9D8B030D-6E8A-4147-A177-3AD203B41FA5}">
                      <a16:colId xmlns:a16="http://schemas.microsoft.com/office/drawing/2014/main" val="716709532"/>
                    </a:ext>
                  </a:extLst>
                </a:gridCol>
                <a:gridCol w="663191">
                  <a:extLst>
                    <a:ext uri="{9D8B030D-6E8A-4147-A177-3AD203B41FA5}">
                      <a16:colId xmlns:a16="http://schemas.microsoft.com/office/drawing/2014/main" val="3087816826"/>
                    </a:ext>
                  </a:extLst>
                </a:gridCol>
                <a:gridCol w="643095">
                  <a:extLst>
                    <a:ext uri="{9D8B030D-6E8A-4147-A177-3AD203B41FA5}">
                      <a16:colId xmlns:a16="http://schemas.microsoft.com/office/drawing/2014/main" val="913073786"/>
                    </a:ext>
                  </a:extLst>
                </a:gridCol>
                <a:gridCol w="643094">
                  <a:extLst>
                    <a:ext uri="{9D8B030D-6E8A-4147-A177-3AD203B41FA5}">
                      <a16:colId xmlns:a16="http://schemas.microsoft.com/office/drawing/2014/main" val="1829439586"/>
                    </a:ext>
                  </a:extLst>
                </a:gridCol>
                <a:gridCol w="602901">
                  <a:extLst>
                    <a:ext uri="{9D8B030D-6E8A-4147-A177-3AD203B41FA5}">
                      <a16:colId xmlns:a16="http://schemas.microsoft.com/office/drawing/2014/main" val="495568159"/>
                    </a:ext>
                  </a:extLst>
                </a:gridCol>
                <a:gridCol w="542611">
                  <a:extLst>
                    <a:ext uri="{9D8B030D-6E8A-4147-A177-3AD203B41FA5}">
                      <a16:colId xmlns:a16="http://schemas.microsoft.com/office/drawing/2014/main" val="2429234733"/>
                    </a:ext>
                  </a:extLst>
                </a:gridCol>
                <a:gridCol w="552660">
                  <a:extLst>
                    <a:ext uri="{9D8B030D-6E8A-4147-A177-3AD203B41FA5}">
                      <a16:colId xmlns:a16="http://schemas.microsoft.com/office/drawing/2014/main" val="1967445433"/>
                    </a:ext>
                  </a:extLst>
                </a:gridCol>
                <a:gridCol w="576966">
                  <a:extLst>
                    <a:ext uri="{9D8B030D-6E8A-4147-A177-3AD203B41FA5}">
                      <a16:colId xmlns:a16="http://schemas.microsoft.com/office/drawing/2014/main" val="227442279"/>
                    </a:ext>
                  </a:extLst>
                </a:gridCol>
              </a:tblGrid>
              <a:tr h="2139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Query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sz="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-AIMD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GPU-Layered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GPU-Hybrid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CPU-Only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CPU+GPU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GL2G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CG2GL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CG2C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STMatch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EGSM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GAMMA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1072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cebwiki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12716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171624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85936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5111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513.0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1170.6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511401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orkut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-links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166.0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106.2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62147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65135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183.1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167.0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169.3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01035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199.1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171.5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219.4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171.5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82175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24488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462.5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193.0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906978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42273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477.7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468.7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474.4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470.3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708468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529.7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455.0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459.4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443.5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75734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47379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wiki-topcats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1016.9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959.3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185267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11819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48949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509644"/>
                  </a:ext>
                </a:extLst>
              </a:tr>
              <a:tr h="192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1512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57E253-04DC-78DB-FAAD-6DEB435A473C}"/>
              </a:ext>
            </a:extLst>
          </p:cNvPr>
          <p:cNvSpPr txBox="1"/>
          <p:nvPr/>
        </p:nvSpPr>
        <p:spPr>
          <a:xfrm>
            <a:off x="8739962" y="5644137"/>
            <a:ext cx="22647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OOT: Execution exceeds 30m</a:t>
            </a:r>
          </a:p>
          <a:p>
            <a:r>
              <a:rPr lang="en-US" sz="1100" dirty="0"/>
              <a:t>OOM: Out of Memory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: Cannot compute due to OOT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395F8-582B-C27D-A442-D0DC6E728871}"/>
              </a:ext>
            </a:extLst>
          </p:cNvPr>
          <p:cNvSpPr txBox="1"/>
          <p:nvPr/>
        </p:nvSpPr>
        <p:spPr>
          <a:xfrm>
            <a:off x="4493476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02EFF-A5E9-C2F3-73CB-1904EB599A4A}"/>
              </a:ext>
            </a:extLst>
          </p:cNvPr>
          <p:cNvSpPr txBox="1"/>
          <p:nvPr/>
        </p:nvSpPr>
        <p:spPr>
          <a:xfrm>
            <a:off x="5089948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6FA37-FFAC-E43E-016D-F401E5302E80}"/>
              </a:ext>
            </a:extLst>
          </p:cNvPr>
          <p:cNvSpPr txBox="1"/>
          <p:nvPr/>
        </p:nvSpPr>
        <p:spPr>
          <a:xfrm>
            <a:off x="5685011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A6015-BC69-8E38-4EDB-66C674DAFF74}"/>
              </a:ext>
            </a:extLst>
          </p:cNvPr>
          <p:cNvSpPr txBox="1"/>
          <p:nvPr/>
        </p:nvSpPr>
        <p:spPr>
          <a:xfrm>
            <a:off x="6258962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F3955-9E3A-247A-3774-35DA23B66814}"/>
              </a:ext>
            </a:extLst>
          </p:cNvPr>
          <p:cNvSpPr txBox="1"/>
          <p:nvPr/>
        </p:nvSpPr>
        <p:spPr>
          <a:xfrm>
            <a:off x="6823794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4BCD7D-DA90-0296-9E4B-5C233B4C420F}"/>
              </a:ext>
            </a:extLst>
          </p:cNvPr>
          <p:cNvSpPr/>
          <p:nvPr/>
        </p:nvSpPr>
        <p:spPr>
          <a:xfrm>
            <a:off x="4483815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DF550C-2912-87E7-3B9A-69522765804D}"/>
              </a:ext>
            </a:extLst>
          </p:cNvPr>
          <p:cNvSpPr/>
          <p:nvPr/>
        </p:nvSpPr>
        <p:spPr>
          <a:xfrm>
            <a:off x="4850704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9DFE89-BAE0-B146-C630-CD77BF66B43F}"/>
              </a:ext>
            </a:extLst>
          </p:cNvPr>
          <p:cNvSpPr/>
          <p:nvPr/>
        </p:nvSpPr>
        <p:spPr>
          <a:xfrm>
            <a:off x="4483815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F850B3-68D9-CE6D-D463-C0EBA3E21F78}"/>
              </a:ext>
            </a:extLst>
          </p:cNvPr>
          <p:cNvSpPr/>
          <p:nvPr/>
        </p:nvSpPr>
        <p:spPr>
          <a:xfrm>
            <a:off x="4847309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6BECC4-48EB-FE5F-1D6E-A3AA9871C4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21905" y="5851707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C66715-E4CD-A130-1A2B-828E7EEB329E}"/>
              </a:ext>
            </a:extLst>
          </p:cNvPr>
          <p:cNvCxnSpPr>
            <a:cxnSpLocks/>
          </p:cNvCxnSpPr>
          <p:nvPr/>
        </p:nvCxnSpPr>
        <p:spPr>
          <a:xfrm flipV="1">
            <a:off x="4531663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411E29-9831-AF19-EB96-0CE5685C70E0}"/>
              </a:ext>
            </a:extLst>
          </p:cNvPr>
          <p:cNvCxnSpPr>
            <a:cxnSpLocks/>
          </p:cNvCxnSpPr>
          <p:nvPr/>
        </p:nvCxnSpPr>
        <p:spPr>
          <a:xfrm flipV="1">
            <a:off x="4895772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D264AB-006F-EEC9-1B8D-B1EA5467E809}"/>
              </a:ext>
            </a:extLst>
          </p:cNvPr>
          <p:cNvCxnSpPr>
            <a:cxnSpLocks/>
          </p:cNvCxnSpPr>
          <p:nvPr/>
        </p:nvCxnSpPr>
        <p:spPr>
          <a:xfrm flipH="1">
            <a:off x="4556516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E114A6-6406-97DA-D99B-907277F97ECB}"/>
              </a:ext>
            </a:extLst>
          </p:cNvPr>
          <p:cNvCxnSpPr>
            <a:cxnSpLocks/>
          </p:cNvCxnSpPr>
          <p:nvPr/>
        </p:nvCxnSpPr>
        <p:spPr>
          <a:xfrm flipH="1">
            <a:off x="4521905" y="5863201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AC313E5-A0EE-6CC7-E62D-112BCDC4796A}"/>
              </a:ext>
            </a:extLst>
          </p:cNvPr>
          <p:cNvSpPr/>
          <p:nvPr/>
        </p:nvSpPr>
        <p:spPr>
          <a:xfrm>
            <a:off x="5054408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E986BF-8623-5CAD-739E-444E4880AD01}"/>
              </a:ext>
            </a:extLst>
          </p:cNvPr>
          <p:cNvSpPr/>
          <p:nvPr/>
        </p:nvSpPr>
        <p:spPr>
          <a:xfrm>
            <a:off x="5421297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001C0A-7751-C648-4232-A743C3DAE5E1}"/>
              </a:ext>
            </a:extLst>
          </p:cNvPr>
          <p:cNvSpPr/>
          <p:nvPr/>
        </p:nvSpPr>
        <p:spPr>
          <a:xfrm>
            <a:off x="5054408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75F4EF-4D34-C215-F8D0-60F0B190022B}"/>
              </a:ext>
            </a:extLst>
          </p:cNvPr>
          <p:cNvSpPr/>
          <p:nvPr/>
        </p:nvSpPr>
        <p:spPr>
          <a:xfrm>
            <a:off x="5417902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324DB0-AC98-6FAE-2088-3D0DBD1F65AD}"/>
              </a:ext>
            </a:extLst>
          </p:cNvPr>
          <p:cNvCxnSpPr>
            <a:cxnSpLocks/>
          </p:cNvCxnSpPr>
          <p:nvPr/>
        </p:nvCxnSpPr>
        <p:spPr>
          <a:xfrm flipV="1">
            <a:off x="5104646" y="5858941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D6CCB7-BC4F-AC34-1BB8-BC274F7766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92498" y="5851707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DE1B59-0B4F-5C37-F0A0-1068F5C43302}"/>
              </a:ext>
            </a:extLst>
          </p:cNvPr>
          <p:cNvCxnSpPr>
            <a:cxnSpLocks/>
          </p:cNvCxnSpPr>
          <p:nvPr/>
        </p:nvCxnSpPr>
        <p:spPr>
          <a:xfrm flipV="1">
            <a:off x="5102256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EFFF79-2A20-87CF-9CCF-F686F30289F2}"/>
              </a:ext>
            </a:extLst>
          </p:cNvPr>
          <p:cNvCxnSpPr>
            <a:cxnSpLocks/>
          </p:cNvCxnSpPr>
          <p:nvPr/>
        </p:nvCxnSpPr>
        <p:spPr>
          <a:xfrm flipV="1">
            <a:off x="5466365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959C80-DC63-3936-86D6-1938AB295193}"/>
              </a:ext>
            </a:extLst>
          </p:cNvPr>
          <p:cNvCxnSpPr>
            <a:cxnSpLocks/>
          </p:cNvCxnSpPr>
          <p:nvPr/>
        </p:nvCxnSpPr>
        <p:spPr>
          <a:xfrm flipH="1">
            <a:off x="5127109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AA2546-1A39-5CB8-ACED-1D8334ED1301}"/>
              </a:ext>
            </a:extLst>
          </p:cNvPr>
          <p:cNvCxnSpPr>
            <a:cxnSpLocks/>
          </p:cNvCxnSpPr>
          <p:nvPr/>
        </p:nvCxnSpPr>
        <p:spPr>
          <a:xfrm flipH="1">
            <a:off x="5092498" y="5863201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BF2798-E187-6A23-2695-900F7D00FE84}"/>
              </a:ext>
            </a:extLst>
          </p:cNvPr>
          <p:cNvCxnSpPr>
            <a:cxnSpLocks/>
          </p:cNvCxnSpPr>
          <p:nvPr/>
        </p:nvCxnSpPr>
        <p:spPr>
          <a:xfrm flipV="1">
            <a:off x="5096201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F17DF7-93C7-10EF-4191-6D4BFFBCF5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90702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7338EBD-3691-E229-B248-15D05AAAA0B6}"/>
              </a:ext>
            </a:extLst>
          </p:cNvPr>
          <p:cNvSpPr/>
          <p:nvPr/>
        </p:nvSpPr>
        <p:spPr>
          <a:xfrm>
            <a:off x="5237104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2E555E0-6A85-5E7B-80DC-4E71878137AD}"/>
              </a:ext>
            </a:extLst>
          </p:cNvPr>
          <p:cNvSpPr/>
          <p:nvPr/>
        </p:nvSpPr>
        <p:spPr>
          <a:xfrm>
            <a:off x="5625001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1AA9B2-401D-E40C-FDF5-F4FC8C70F1BB}"/>
              </a:ext>
            </a:extLst>
          </p:cNvPr>
          <p:cNvSpPr/>
          <p:nvPr/>
        </p:nvSpPr>
        <p:spPr>
          <a:xfrm>
            <a:off x="5991890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4A0675-AA15-5D83-C3DB-F642480A7EBA}"/>
              </a:ext>
            </a:extLst>
          </p:cNvPr>
          <p:cNvSpPr/>
          <p:nvPr/>
        </p:nvSpPr>
        <p:spPr>
          <a:xfrm>
            <a:off x="5625001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AA54F5-D77C-2A0B-085F-4C544EB3838A}"/>
              </a:ext>
            </a:extLst>
          </p:cNvPr>
          <p:cNvSpPr/>
          <p:nvPr/>
        </p:nvSpPr>
        <p:spPr>
          <a:xfrm>
            <a:off x="5988495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49C01A-7B6E-8242-DB77-D5D5BCED0AD2}"/>
              </a:ext>
            </a:extLst>
          </p:cNvPr>
          <p:cNvCxnSpPr>
            <a:cxnSpLocks/>
          </p:cNvCxnSpPr>
          <p:nvPr/>
        </p:nvCxnSpPr>
        <p:spPr>
          <a:xfrm flipV="1">
            <a:off x="5680279" y="5689608"/>
            <a:ext cx="169933" cy="546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468240-CB1B-67D8-99B3-B30A3A047743}"/>
              </a:ext>
            </a:extLst>
          </p:cNvPr>
          <p:cNvCxnSpPr>
            <a:cxnSpLocks/>
          </p:cNvCxnSpPr>
          <p:nvPr/>
        </p:nvCxnSpPr>
        <p:spPr>
          <a:xfrm flipV="1">
            <a:off x="5672849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39DD0A-AA5E-76B9-1EEB-CF63B4DF426E}"/>
              </a:ext>
            </a:extLst>
          </p:cNvPr>
          <p:cNvCxnSpPr>
            <a:cxnSpLocks/>
          </p:cNvCxnSpPr>
          <p:nvPr/>
        </p:nvCxnSpPr>
        <p:spPr>
          <a:xfrm flipV="1">
            <a:off x="6036958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055F4F-0AB6-04C5-D51F-B11BADE95CFC}"/>
              </a:ext>
            </a:extLst>
          </p:cNvPr>
          <p:cNvCxnSpPr>
            <a:cxnSpLocks/>
          </p:cNvCxnSpPr>
          <p:nvPr/>
        </p:nvCxnSpPr>
        <p:spPr>
          <a:xfrm flipH="1">
            <a:off x="5697702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B67BC1A-CD6C-1C2D-6A3D-A8D5E52E73D8}"/>
              </a:ext>
            </a:extLst>
          </p:cNvPr>
          <p:cNvCxnSpPr>
            <a:cxnSpLocks/>
          </p:cNvCxnSpPr>
          <p:nvPr/>
        </p:nvCxnSpPr>
        <p:spPr>
          <a:xfrm flipV="1">
            <a:off x="5666794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FFC0BE3-41D7-45D6-A358-B0DB472DE0F7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61295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DB2E45C6-F9B3-8B20-2FC9-F1965991CBF5}"/>
              </a:ext>
            </a:extLst>
          </p:cNvPr>
          <p:cNvSpPr/>
          <p:nvPr/>
        </p:nvSpPr>
        <p:spPr>
          <a:xfrm>
            <a:off x="5807697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9E2411-1191-DD33-705F-D8B6E71DF5D9}"/>
              </a:ext>
            </a:extLst>
          </p:cNvPr>
          <p:cNvSpPr/>
          <p:nvPr/>
        </p:nvSpPr>
        <p:spPr>
          <a:xfrm>
            <a:off x="6195594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61D67D4-C2B3-EE25-0D25-543539A400D6}"/>
              </a:ext>
            </a:extLst>
          </p:cNvPr>
          <p:cNvSpPr/>
          <p:nvPr/>
        </p:nvSpPr>
        <p:spPr>
          <a:xfrm>
            <a:off x="6562483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4C80696-E750-A2F9-6610-83594E5A639D}"/>
              </a:ext>
            </a:extLst>
          </p:cNvPr>
          <p:cNvSpPr/>
          <p:nvPr/>
        </p:nvSpPr>
        <p:spPr>
          <a:xfrm>
            <a:off x="6195594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681C506-3917-FC81-6421-32EA63CD9C26}"/>
              </a:ext>
            </a:extLst>
          </p:cNvPr>
          <p:cNvSpPr/>
          <p:nvPr/>
        </p:nvSpPr>
        <p:spPr>
          <a:xfrm>
            <a:off x="6559088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98575D-D7A4-BA51-4D44-F0462E9312F2}"/>
              </a:ext>
            </a:extLst>
          </p:cNvPr>
          <p:cNvCxnSpPr>
            <a:cxnSpLocks/>
          </p:cNvCxnSpPr>
          <p:nvPr/>
        </p:nvCxnSpPr>
        <p:spPr>
          <a:xfrm flipV="1">
            <a:off x="6243442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AAC386-246F-26D1-1DB3-B7CFA2CC1186}"/>
              </a:ext>
            </a:extLst>
          </p:cNvPr>
          <p:cNvCxnSpPr>
            <a:cxnSpLocks/>
          </p:cNvCxnSpPr>
          <p:nvPr/>
        </p:nvCxnSpPr>
        <p:spPr>
          <a:xfrm flipV="1">
            <a:off x="6607551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01673BC-E290-32F8-36A6-1FBAC288A0F8}"/>
              </a:ext>
            </a:extLst>
          </p:cNvPr>
          <p:cNvCxnSpPr>
            <a:cxnSpLocks/>
          </p:cNvCxnSpPr>
          <p:nvPr/>
        </p:nvCxnSpPr>
        <p:spPr>
          <a:xfrm flipH="1">
            <a:off x="6268295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C9D8A9-D187-3FAC-0D10-CD4614ED3558}"/>
              </a:ext>
            </a:extLst>
          </p:cNvPr>
          <p:cNvCxnSpPr>
            <a:cxnSpLocks/>
          </p:cNvCxnSpPr>
          <p:nvPr/>
        </p:nvCxnSpPr>
        <p:spPr>
          <a:xfrm flipH="1">
            <a:off x="6233684" y="5863201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0814AD2-9E30-826A-4F5B-1C7D332D325D}"/>
              </a:ext>
            </a:extLst>
          </p:cNvPr>
          <p:cNvCxnSpPr>
            <a:cxnSpLocks/>
          </p:cNvCxnSpPr>
          <p:nvPr/>
        </p:nvCxnSpPr>
        <p:spPr>
          <a:xfrm flipV="1">
            <a:off x="6237387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558AAB5-E995-22FA-A8BE-70D8E29615B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31888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D6B855C-4FA7-A5F4-E322-C3F3D86A4C39}"/>
              </a:ext>
            </a:extLst>
          </p:cNvPr>
          <p:cNvSpPr/>
          <p:nvPr/>
        </p:nvSpPr>
        <p:spPr>
          <a:xfrm>
            <a:off x="6378290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4327324-FBCE-D9E2-A137-E9F16A46C250}"/>
              </a:ext>
            </a:extLst>
          </p:cNvPr>
          <p:cNvSpPr/>
          <p:nvPr/>
        </p:nvSpPr>
        <p:spPr>
          <a:xfrm>
            <a:off x="6766187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B866459-E4BD-0133-2C50-D3AA52920529}"/>
              </a:ext>
            </a:extLst>
          </p:cNvPr>
          <p:cNvSpPr/>
          <p:nvPr/>
        </p:nvSpPr>
        <p:spPr>
          <a:xfrm>
            <a:off x="7133076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250C67A-468C-966A-7CCF-80C9BEE9D92F}"/>
              </a:ext>
            </a:extLst>
          </p:cNvPr>
          <p:cNvSpPr/>
          <p:nvPr/>
        </p:nvSpPr>
        <p:spPr>
          <a:xfrm>
            <a:off x="6766187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B17DFF0-2311-A828-F042-06585783A045}"/>
              </a:ext>
            </a:extLst>
          </p:cNvPr>
          <p:cNvSpPr/>
          <p:nvPr/>
        </p:nvSpPr>
        <p:spPr>
          <a:xfrm>
            <a:off x="7129681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5F08BE6-FEB2-BABB-D45C-B00EEB0A7373}"/>
              </a:ext>
            </a:extLst>
          </p:cNvPr>
          <p:cNvCxnSpPr>
            <a:cxnSpLocks/>
          </p:cNvCxnSpPr>
          <p:nvPr/>
        </p:nvCxnSpPr>
        <p:spPr>
          <a:xfrm flipV="1">
            <a:off x="6816425" y="5858941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55457E1-1CAF-98C7-B797-5682A3206F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04277" y="5851707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DBB7542-9B4E-50BB-32EC-F58A0AC4B7DF}"/>
              </a:ext>
            </a:extLst>
          </p:cNvPr>
          <p:cNvCxnSpPr>
            <a:cxnSpLocks/>
          </p:cNvCxnSpPr>
          <p:nvPr/>
        </p:nvCxnSpPr>
        <p:spPr>
          <a:xfrm flipV="1">
            <a:off x="6814035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92D0E4-8DD3-2466-0B96-5068403A3949}"/>
              </a:ext>
            </a:extLst>
          </p:cNvPr>
          <p:cNvCxnSpPr>
            <a:cxnSpLocks/>
          </p:cNvCxnSpPr>
          <p:nvPr/>
        </p:nvCxnSpPr>
        <p:spPr>
          <a:xfrm flipV="1">
            <a:off x="7178144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9BFE43A-4EE2-6090-C66E-1DB9FC138BF1}"/>
              </a:ext>
            </a:extLst>
          </p:cNvPr>
          <p:cNvCxnSpPr>
            <a:cxnSpLocks/>
          </p:cNvCxnSpPr>
          <p:nvPr/>
        </p:nvCxnSpPr>
        <p:spPr>
          <a:xfrm flipH="1">
            <a:off x="6838888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CC22CC4-E749-DA20-2448-B831E3BAB5F4}"/>
              </a:ext>
            </a:extLst>
          </p:cNvPr>
          <p:cNvCxnSpPr>
            <a:cxnSpLocks/>
          </p:cNvCxnSpPr>
          <p:nvPr/>
        </p:nvCxnSpPr>
        <p:spPr>
          <a:xfrm flipV="1">
            <a:off x="6807980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6485258-0AAD-D784-74E1-CB2307DC6CF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02481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D3480437-6ACC-87BF-131A-1B4C40C1492F}"/>
              </a:ext>
            </a:extLst>
          </p:cNvPr>
          <p:cNvSpPr/>
          <p:nvPr/>
        </p:nvSpPr>
        <p:spPr>
          <a:xfrm>
            <a:off x="6948883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382E579-1391-BF90-18B6-15785F3A20C2}"/>
              </a:ext>
            </a:extLst>
          </p:cNvPr>
          <p:cNvCxnSpPr>
            <a:cxnSpLocks/>
          </p:cNvCxnSpPr>
          <p:nvPr/>
        </p:nvCxnSpPr>
        <p:spPr>
          <a:xfrm>
            <a:off x="5852544" y="5688849"/>
            <a:ext cx="180975" cy="54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736FD64-FFA0-76CA-23CC-98117B4224C0}"/>
              </a:ext>
            </a:extLst>
          </p:cNvPr>
          <p:cNvCxnSpPr>
            <a:cxnSpLocks/>
          </p:cNvCxnSpPr>
          <p:nvPr/>
        </p:nvCxnSpPr>
        <p:spPr>
          <a:xfrm flipV="1">
            <a:off x="6251714" y="5701552"/>
            <a:ext cx="169933" cy="546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AF4CC79-A4F2-7588-1E95-9B62C57EB148}"/>
              </a:ext>
            </a:extLst>
          </p:cNvPr>
          <p:cNvCxnSpPr>
            <a:cxnSpLocks/>
          </p:cNvCxnSpPr>
          <p:nvPr/>
        </p:nvCxnSpPr>
        <p:spPr>
          <a:xfrm>
            <a:off x="6423979" y="5700793"/>
            <a:ext cx="180975" cy="54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774F83D-328C-15F0-1653-A0FA9345517E}"/>
              </a:ext>
            </a:extLst>
          </p:cNvPr>
          <p:cNvCxnSpPr>
            <a:cxnSpLocks/>
          </p:cNvCxnSpPr>
          <p:nvPr/>
        </p:nvCxnSpPr>
        <p:spPr>
          <a:xfrm flipV="1">
            <a:off x="6818005" y="5684845"/>
            <a:ext cx="169933" cy="546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9181113-F6B5-81F7-A1CE-E361455C9FA8}"/>
              </a:ext>
            </a:extLst>
          </p:cNvPr>
          <p:cNvCxnSpPr>
            <a:cxnSpLocks/>
          </p:cNvCxnSpPr>
          <p:nvPr/>
        </p:nvCxnSpPr>
        <p:spPr>
          <a:xfrm>
            <a:off x="6990270" y="5684086"/>
            <a:ext cx="180975" cy="54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47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60DC3-46DF-845B-99D5-2C85715F4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048497"/>
              </p:ext>
            </p:extLst>
          </p:nvPr>
        </p:nvGraphicFramePr>
        <p:xfrm>
          <a:off x="893180" y="2385354"/>
          <a:ext cx="10405639" cy="2087291"/>
        </p:xfrm>
        <a:graphic>
          <a:graphicData uri="http://schemas.openxmlformats.org/drawingml/2006/table">
            <a:tbl>
              <a:tblPr/>
              <a:tblGrid>
                <a:gridCol w="1082159">
                  <a:extLst>
                    <a:ext uri="{9D8B030D-6E8A-4147-A177-3AD203B41FA5}">
                      <a16:colId xmlns:a16="http://schemas.microsoft.com/office/drawing/2014/main" val="2814721784"/>
                    </a:ext>
                  </a:extLst>
                </a:gridCol>
                <a:gridCol w="663685">
                  <a:extLst>
                    <a:ext uri="{9D8B030D-6E8A-4147-A177-3AD203B41FA5}">
                      <a16:colId xmlns:a16="http://schemas.microsoft.com/office/drawing/2014/main" val="2886524223"/>
                    </a:ext>
                  </a:extLst>
                </a:gridCol>
                <a:gridCol w="650411">
                  <a:extLst>
                    <a:ext uri="{9D8B030D-6E8A-4147-A177-3AD203B41FA5}">
                      <a16:colId xmlns:a16="http://schemas.microsoft.com/office/drawing/2014/main" val="194284903"/>
                    </a:ext>
                  </a:extLst>
                </a:gridCol>
                <a:gridCol w="597317">
                  <a:extLst>
                    <a:ext uri="{9D8B030D-6E8A-4147-A177-3AD203B41FA5}">
                      <a16:colId xmlns:a16="http://schemas.microsoft.com/office/drawing/2014/main" val="3940146635"/>
                    </a:ext>
                  </a:extLst>
                </a:gridCol>
                <a:gridCol w="517675">
                  <a:extLst>
                    <a:ext uri="{9D8B030D-6E8A-4147-A177-3AD203B41FA5}">
                      <a16:colId xmlns:a16="http://schemas.microsoft.com/office/drawing/2014/main" val="3340376325"/>
                    </a:ext>
                  </a:extLst>
                </a:gridCol>
                <a:gridCol w="623864">
                  <a:extLst>
                    <a:ext uri="{9D8B030D-6E8A-4147-A177-3AD203B41FA5}">
                      <a16:colId xmlns:a16="http://schemas.microsoft.com/office/drawing/2014/main" val="2215280343"/>
                    </a:ext>
                  </a:extLst>
                </a:gridCol>
                <a:gridCol w="568023">
                  <a:extLst>
                    <a:ext uri="{9D8B030D-6E8A-4147-A177-3AD203B41FA5}">
                      <a16:colId xmlns:a16="http://schemas.microsoft.com/office/drawing/2014/main" val="3122555536"/>
                    </a:ext>
                  </a:extLst>
                </a:gridCol>
                <a:gridCol w="824190">
                  <a:extLst>
                    <a:ext uri="{9D8B030D-6E8A-4147-A177-3AD203B41FA5}">
                      <a16:colId xmlns:a16="http://schemas.microsoft.com/office/drawing/2014/main" val="946168527"/>
                    </a:ext>
                  </a:extLst>
                </a:gridCol>
                <a:gridCol w="679399">
                  <a:extLst>
                    <a:ext uri="{9D8B030D-6E8A-4147-A177-3AD203B41FA5}">
                      <a16:colId xmlns:a16="http://schemas.microsoft.com/office/drawing/2014/main" val="3749520733"/>
                    </a:ext>
                  </a:extLst>
                </a:gridCol>
                <a:gridCol w="634850">
                  <a:extLst>
                    <a:ext uri="{9D8B030D-6E8A-4147-A177-3AD203B41FA5}">
                      <a16:colId xmlns:a16="http://schemas.microsoft.com/office/drawing/2014/main" val="3918946421"/>
                    </a:ext>
                  </a:extLst>
                </a:gridCol>
                <a:gridCol w="568022">
                  <a:extLst>
                    <a:ext uri="{9D8B030D-6E8A-4147-A177-3AD203B41FA5}">
                      <a16:colId xmlns:a16="http://schemas.microsoft.com/office/drawing/2014/main" val="3602121528"/>
                    </a:ext>
                  </a:extLst>
                </a:gridCol>
                <a:gridCol w="601437">
                  <a:extLst>
                    <a:ext uri="{9D8B030D-6E8A-4147-A177-3AD203B41FA5}">
                      <a16:colId xmlns:a16="http://schemas.microsoft.com/office/drawing/2014/main" val="2072840586"/>
                    </a:ext>
                  </a:extLst>
                </a:gridCol>
                <a:gridCol w="623711">
                  <a:extLst>
                    <a:ext uri="{9D8B030D-6E8A-4147-A177-3AD203B41FA5}">
                      <a16:colId xmlns:a16="http://schemas.microsoft.com/office/drawing/2014/main" val="103855923"/>
                    </a:ext>
                  </a:extLst>
                </a:gridCol>
                <a:gridCol w="568023">
                  <a:extLst>
                    <a:ext uri="{9D8B030D-6E8A-4147-A177-3AD203B41FA5}">
                      <a16:colId xmlns:a16="http://schemas.microsoft.com/office/drawing/2014/main" val="3233187088"/>
                    </a:ext>
                  </a:extLst>
                </a:gridCol>
                <a:gridCol w="612574">
                  <a:extLst>
                    <a:ext uri="{9D8B030D-6E8A-4147-A177-3AD203B41FA5}">
                      <a16:colId xmlns:a16="http://schemas.microsoft.com/office/drawing/2014/main" val="1660574799"/>
                    </a:ext>
                  </a:extLst>
                </a:gridCol>
                <a:gridCol w="590299">
                  <a:extLst>
                    <a:ext uri="{9D8B030D-6E8A-4147-A177-3AD203B41FA5}">
                      <a16:colId xmlns:a16="http://schemas.microsoft.com/office/drawing/2014/main" val="417117445"/>
                    </a:ext>
                  </a:extLst>
                </a:gridCol>
              </a:tblGrid>
              <a:tr h="1696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|V|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|E|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sz="1000" b="1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min_size</a:t>
                      </a:r>
                      <a:endParaRPr 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gamma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sz="9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-AIMD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GPU-Layered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GPU-Hybrid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CPU-Only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CPU+GPU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GL2G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CG2GL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Quick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FastQC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071191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socfb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-B-anon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2.938M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41.92M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4356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801.2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802.3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1708.1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606.9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1625.6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01679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Flixster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2.523M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15.84M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115.8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747.9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26401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soc-pokec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1.633M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44.60M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14,854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546.3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239.2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240.1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362.8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209.0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1260.9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73528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Hyves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1.403M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5.555M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31,883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1265.0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974942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Douban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154.9K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654.3K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1095.1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66162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WordNet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146.0K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1.314M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41611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slashdot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-threads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51.08K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233.1K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2915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000798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FB-Pages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50.52K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1.638M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714.7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406.3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400.5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257.4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01787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edit-kywiktionary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39.88K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152.9K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23,237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381.5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061633"/>
                  </a:ext>
                </a:extLst>
              </a:tr>
              <a:tr h="15175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wikilens-ratings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5111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53.70K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1730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715.4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85341"/>
                  </a:ext>
                </a:extLst>
              </a:tr>
              <a:tr h="1606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sswiki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22.23K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214.9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1021.6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106.2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0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53985C-F6B1-8D45-33FA-0C3E242B8BFA}"/>
              </a:ext>
            </a:extLst>
          </p:cNvPr>
          <p:cNvSpPr txBox="1"/>
          <p:nvPr/>
        </p:nvSpPr>
        <p:spPr>
          <a:xfrm>
            <a:off x="3301868" y="5355772"/>
            <a:ext cx="5588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Invalid results due to big tasks that GPU cannot handle</a:t>
            </a:r>
          </a:p>
        </p:txBody>
      </p:sp>
    </p:spTree>
    <p:extLst>
      <p:ext uri="{BB962C8B-B14F-4D97-AF65-F5344CB8AC3E}">
        <p14:creationId xmlns:p14="http://schemas.microsoft.com/office/powerpoint/2010/main" val="415811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781</Words>
  <Application>Microsoft Macintosh PowerPoint</Application>
  <PresentationFormat>Widescreen</PresentationFormat>
  <Paragraphs>710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7</cp:revision>
  <dcterms:created xsi:type="dcterms:W3CDTF">2026-08-16T02:36:35Z</dcterms:created>
  <dcterms:modified xsi:type="dcterms:W3CDTF">2026-08-18T02:24:08Z</dcterms:modified>
</cp:coreProperties>
</file>