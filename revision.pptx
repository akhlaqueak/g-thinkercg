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91" r:id="rId24"/>
    <p:sldId id="275" r:id="rId25"/>
    <p:sldId id="281" r:id="rId26"/>
    <p:sldId id="283" r:id="rId27"/>
    <p:sldId id="258" r:id="rId28"/>
    <p:sldId id="276" r:id="rId29"/>
    <p:sldId id="277" r:id="rId30"/>
    <p:sldId id="292" r:id="rId31"/>
    <p:sldId id="282" r:id="rId32"/>
    <p:sldId id="278" r:id="rId33"/>
    <p:sldId id="279" r:id="rId34"/>
    <p:sldId id="293" r:id="rId35"/>
    <p:sldId id="29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784"/>
    <p:restoredTop sz="96512"/>
  </p:normalViewPr>
  <p:slideViewPr>
    <p:cSldViewPr snapToGrid="0">
      <p:cViewPr varScale="1">
        <p:scale>
          <a:sx n="120" d="100"/>
          <a:sy n="120" d="100"/>
        </p:scale>
        <p:origin x="192" y="5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8/8/26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8/8/26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0E587-2136-19AE-BB08-5E7EA51DB52B}"/>
              </a:ext>
            </a:extLst>
          </p:cNvPr>
          <p:cNvSpPr>
            <a:spLocks noGrp="1"/>
          </p:cNvSpPr>
          <p:nvPr>
            <p:ph type="title"/>
          </p:nvPr>
        </p:nvSpPr>
        <p:spPr/>
        <p:txBody>
          <a:bodyPr/>
          <a:lstStyle/>
          <a:p>
            <a:r>
              <a:rPr lang="en-US" dirty="0"/>
              <a:t>Why OOM-Fixed version of G2-AIMD Faster?</a:t>
            </a:r>
          </a:p>
        </p:txBody>
      </p:sp>
      <p:graphicFrame>
        <p:nvGraphicFramePr>
          <p:cNvPr id="4" name="Content Placeholder 3">
            <a:extLst>
              <a:ext uri="{FF2B5EF4-FFF2-40B4-BE49-F238E27FC236}">
                <a16:creationId xmlns:a16="http://schemas.microsoft.com/office/drawing/2014/main" id="{29B8652E-5AB9-2D13-5A7B-FCD28C20BB62}"/>
              </a:ext>
            </a:extLst>
          </p:cNvPr>
          <p:cNvGraphicFramePr>
            <a:graphicFrameLocks noGrp="1"/>
          </p:cNvGraphicFramePr>
          <p:nvPr>
            <p:ph idx="1"/>
            <p:extLst>
              <p:ext uri="{D42A27DB-BD31-4B8C-83A1-F6EECF244321}">
                <p14:modId xmlns:p14="http://schemas.microsoft.com/office/powerpoint/2010/main" val="4254775755"/>
              </p:ext>
            </p:extLst>
          </p:nvPr>
        </p:nvGraphicFramePr>
        <p:xfrm>
          <a:off x="5390708" y="5600436"/>
          <a:ext cx="3728483" cy="892439"/>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713271382"/>
                    </a:ext>
                  </a:extLst>
                </a:gridCol>
                <a:gridCol w="1786270">
                  <a:extLst>
                    <a:ext uri="{9D8B030D-6E8A-4147-A177-3AD203B41FA5}">
                      <a16:colId xmlns:a16="http://schemas.microsoft.com/office/drawing/2014/main" val="4145633645"/>
                    </a:ext>
                  </a:extLst>
                </a:gridCol>
                <a:gridCol w="723013">
                  <a:extLst>
                    <a:ext uri="{9D8B030D-6E8A-4147-A177-3AD203B41FA5}">
                      <a16:colId xmlns:a16="http://schemas.microsoft.com/office/drawing/2014/main" val="2927860622"/>
                    </a:ext>
                  </a:extLst>
                </a:gridCol>
              </a:tblGrid>
              <a:tr h="320017">
                <a:tc>
                  <a:txBody>
                    <a:bodyPr/>
                    <a:lstStyle/>
                    <a:p>
                      <a:pPr algn="l" fontAlgn="b">
                        <a:buNone/>
                      </a:pPr>
                      <a:r>
                        <a:rPr lang="en-US" sz="1300" b="1" u="none" strike="noStrike" dirty="0">
                          <a:effectLst/>
                        </a:rPr>
                        <a:t>Dataset</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 (OOM-Fixed)</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a:t>
                      </a:r>
                      <a:endParaRPr lang="en-US" sz="1300" b="1" i="0" u="none" strike="noStrike" dirty="0">
                        <a:solidFill>
                          <a:srgbClr val="FFFFFF"/>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2770345006"/>
                  </a:ext>
                </a:extLst>
              </a:tr>
              <a:tr h="286211">
                <a:tc>
                  <a:txBody>
                    <a:bodyPr/>
                    <a:lstStyle/>
                    <a:p>
                      <a:pPr algn="l" fontAlgn="b">
                        <a:buNone/>
                      </a:pPr>
                      <a:r>
                        <a:rPr lang="en-US" sz="1300" u="none" strike="noStrike">
                          <a:effectLst/>
                        </a:rPr>
                        <a:t>wikipedia_link_it</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33.91</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33.8</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1645920416"/>
                  </a:ext>
                </a:extLst>
              </a:tr>
              <a:tr h="286211">
                <a:tc>
                  <a:txBody>
                    <a:bodyPr/>
                    <a:lstStyle/>
                    <a:p>
                      <a:pPr algn="l" fontAlgn="b">
                        <a:buNone/>
                      </a:pPr>
                      <a:r>
                        <a:rPr lang="en-US" sz="1300" u="none" strike="noStrike">
                          <a:effectLst/>
                        </a:rPr>
                        <a:t>sx-stackoverflow</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21.52</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71.7</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971046385"/>
                  </a:ext>
                </a:extLst>
              </a:tr>
            </a:tbl>
          </a:graphicData>
        </a:graphic>
      </p:graphicFrame>
      <p:sp>
        <p:nvSpPr>
          <p:cNvPr id="5" name="Content Placeholder 2">
            <a:extLst>
              <a:ext uri="{FF2B5EF4-FFF2-40B4-BE49-F238E27FC236}">
                <a16:creationId xmlns:a16="http://schemas.microsoft.com/office/drawing/2014/main" id="{5FD46B0C-AED5-0170-9290-B59A9BC46EAD}"/>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Both versions stop expanding when append can no longer safely write.</a:t>
            </a:r>
          </a:p>
          <a:p>
            <a:pPr marL="0" indent="0">
              <a:buNone/>
            </a:pPr>
            <a:r>
              <a:rPr lang="en-US" dirty="0"/>
              <a:t>Difference:</a:t>
            </a:r>
          </a:p>
          <a:p>
            <a:pPr lvl="1"/>
            <a:r>
              <a:rPr lang="en-US" dirty="0"/>
              <a:t>G2-AIMD: overflow is set early, after a threshold, e.g. 90%.</a:t>
            </a:r>
          </a:p>
          <a:p>
            <a:pPr lvl="1"/>
            <a:r>
              <a:rPr lang="en-US" dirty="0"/>
              <a:t>G2-AIMD OOM-Fixed: overflow is set only when append returns an invalid write location.</a:t>
            </a:r>
          </a:p>
          <a:p>
            <a:pPr marL="0" indent="0">
              <a:buNone/>
            </a:pPr>
            <a:r>
              <a:rPr lang="en-US" dirty="0"/>
              <a:t>So OOM-Fixed may avoid premature failed iterations, making it faster.</a:t>
            </a:r>
          </a:p>
        </p:txBody>
      </p:sp>
    </p:spTree>
    <p:extLst>
      <p:ext uri="{BB962C8B-B14F-4D97-AF65-F5344CB8AC3E}">
        <p14:creationId xmlns:p14="http://schemas.microsoft.com/office/powerpoint/2010/main" val="2060020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7708261" y="427741"/>
            <a:ext cx="4285265" cy="1200329"/>
          </a:xfrm>
          <a:prstGeom prst="rect">
            <a:avLst/>
          </a:prstGeom>
          <a:noFill/>
        </p:spPr>
        <p:txBody>
          <a:bodyPr wrap="square" rtlCol="0">
            <a:spAutoFit/>
          </a:bodyPr>
          <a:lstStyle/>
          <a:p>
            <a:r>
              <a:rPr lang="en-US" b="1" dirty="0">
                <a:solidFill>
                  <a:srgbClr val="C00000"/>
                </a:solidFill>
              </a:rPr>
              <a:t>Not a valid statement!!</a:t>
            </a:r>
          </a:p>
          <a:p>
            <a:r>
              <a:rPr lang="en-US" b="1" dirty="0">
                <a:solidFill>
                  <a:srgbClr val="C00000"/>
                </a:solidFill>
              </a:rPr>
              <a:t>Checked with a simplified system where only device buffer is used and there was no overflow for dataset</a:t>
            </a:r>
          </a:p>
        </p:txBody>
      </p:sp>
    </p:spTree>
    <p:extLst>
      <p:ext uri="{BB962C8B-B14F-4D97-AF65-F5344CB8AC3E}">
        <p14:creationId xmlns:p14="http://schemas.microsoft.com/office/powerpoint/2010/main" val="70167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173191C-CD36-9DA7-DEA9-6F6448AA8931}"/>
              </a:ext>
            </a:extLst>
          </p:cNvPr>
          <p:cNvPicPr>
            <a:picLocks noGrp="1" noChangeAspect="1"/>
          </p:cNvPicPr>
          <p:nvPr>
            <p:ph idx="1"/>
          </p:nvPr>
        </p:nvPicPr>
        <p:blipFill>
          <a:blip r:embed="rId2"/>
          <a:stretch>
            <a:fillRect/>
          </a:stretch>
        </p:blipFill>
        <p:spPr>
          <a:xfrm>
            <a:off x="3424150" y="362857"/>
            <a:ext cx="8597307" cy="5882369"/>
          </a:xfrm>
          <a:prstGeom prst="rect">
            <a:avLst/>
          </a:prstGeom>
        </p:spPr>
      </p:pic>
      <p:sp>
        <p:nvSpPr>
          <p:cNvPr id="6" name="TextBox 5">
            <a:extLst>
              <a:ext uri="{FF2B5EF4-FFF2-40B4-BE49-F238E27FC236}">
                <a16:creationId xmlns:a16="http://schemas.microsoft.com/office/drawing/2014/main" id="{2B16930B-40FA-AC1C-60D8-3E3E52F28092}"/>
              </a:ext>
            </a:extLst>
          </p:cNvPr>
          <p:cNvSpPr txBox="1"/>
          <p:nvPr/>
        </p:nvSpPr>
        <p:spPr>
          <a:xfrm>
            <a:off x="170543" y="1701209"/>
            <a:ext cx="3551274" cy="923330"/>
          </a:xfrm>
          <a:prstGeom prst="rect">
            <a:avLst/>
          </a:prstGeom>
          <a:noFill/>
        </p:spPr>
        <p:txBody>
          <a:bodyPr wrap="square" rtlCol="0">
            <a:spAutoFit/>
          </a:bodyPr>
          <a:lstStyle/>
          <a:p>
            <a:r>
              <a:rPr lang="en-US" dirty="0"/>
              <a:t>now, the warps are not reading directly from host, rather this is copied in bulk. </a:t>
            </a:r>
          </a:p>
        </p:txBody>
      </p:sp>
    </p:spTree>
    <p:extLst>
      <p:ext uri="{BB962C8B-B14F-4D97-AF65-F5344CB8AC3E}">
        <p14:creationId xmlns:p14="http://schemas.microsoft.com/office/powerpoint/2010/main" val="8911649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33E2C-E62C-544D-DAD5-404923F4500F}"/>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4DD87C4-9A76-620F-5174-93F69A0EBFCE}"/>
              </a:ext>
            </a:extLst>
          </p:cNvPr>
          <p:cNvPicPr>
            <a:picLocks noGrp="1" noChangeAspect="1"/>
          </p:cNvPicPr>
          <p:nvPr>
            <p:ph idx="1"/>
          </p:nvPr>
        </p:nvPicPr>
        <p:blipFill>
          <a:blip r:embed="rId2"/>
          <a:srcRect l="39694" b="14708"/>
          <a:stretch>
            <a:fillRect/>
          </a:stretch>
        </p:blipFill>
        <p:spPr>
          <a:xfrm>
            <a:off x="574159" y="532978"/>
            <a:ext cx="5184722" cy="5017217"/>
          </a:xfrm>
          <a:prstGeom prst="rect">
            <a:avLst/>
          </a:prstGeom>
        </p:spPr>
      </p:pic>
      <p:sp>
        <p:nvSpPr>
          <p:cNvPr id="6" name="TextBox 5">
            <a:extLst>
              <a:ext uri="{FF2B5EF4-FFF2-40B4-BE49-F238E27FC236}">
                <a16:creationId xmlns:a16="http://schemas.microsoft.com/office/drawing/2014/main" id="{A1155FC0-06CE-0A69-D19B-D6E8A6BAAC54}"/>
              </a:ext>
            </a:extLst>
          </p:cNvPr>
          <p:cNvSpPr txBox="1"/>
          <p:nvPr/>
        </p:nvSpPr>
        <p:spPr>
          <a:xfrm>
            <a:off x="6177939" y="1212112"/>
            <a:ext cx="4773596" cy="3693319"/>
          </a:xfrm>
          <a:prstGeom prst="rect">
            <a:avLst/>
          </a:prstGeom>
          <a:noFill/>
        </p:spPr>
        <p:txBody>
          <a:bodyPr wrap="square" rtlCol="0">
            <a:spAutoFit/>
          </a:bodyPr>
          <a:lstStyle/>
          <a:p>
            <a:r>
              <a:rPr lang="en-US" dirty="0"/>
              <a:t>Previously, it was [start, mid, end) because mid was used in SM app to store prefix information.</a:t>
            </a:r>
          </a:p>
          <a:p>
            <a:endParaRPr lang="en-US" dirty="0"/>
          </a:p>
          <a:p>
            <a:endParaRPr lang="en-US" dirty="0"/>
          </a:p>
          <a:p>
            <a:r>
              <a:rPr lang="en-US" dirty="0"/>
              <a:t>Now the offsets are truly [start, end). </a:t>
            </a:r>
          </a:p>
          <a:p>
            <a:r>
              <a:rPr lang="en-US" dirty="0"/>
              <a:t>The mid is moved to subgraph. The first element of subgraph is the mid point, e.g.:</a:t>
            </a:r>
          </a:p>
          <a:p>
            <a:endParaRPr lang="en-US" dirty="0"/>
          </a:p>
          <a:p>
            <a:r>
              <a:rPr lang="en-US" dirty="0"/>
              <a:t>[2, s1, s2, c1, c2, c3, … ]   </a:t>
            </a:r>
          </a:p>
          <a:p>
            <a:endParaRPr lang="en-US" dirty="0"/>
          </a:p>
          <a:p>
            <a:r>
              <a:rPr lang="en-US" dirty="0"/>
              <a:t>indicates 2 elements (s1, s2) are the partial match, and remaining are the candidates</a:t>
            </a:r>
          </a:p>
        </p:txBody>
      </p:sp>
    </p:spTree>
    <p:extLst>
      <p:ext uri="{BB962C8B-B14F-4D97-AF65-F5344CB8AC3E}">
        <p14:creationId xmlns:p14="http://schemas.microsoft.com/office/powerpoint/2010/main" val="25465314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50883</TotalTime>
  <Words>2637</Words>
  <Application>Microsoft Macintosh PowerPoint</Application>
  <PresentationFormat>Widescreen</PresentationFormat>
  <Paragraphs>371</Paragraphs>
  <Slides>35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35</vt:i4>
      </vt:variant>
    </vt:vector>
  </HeadingPairs>
  <TitlesOfParts>
    <vt:vector size="43" baseType="lpstr">
      <vt:lpstr>Aptos</vt:lpstr>
      <vt:lpstr>Aptos Display</vt:lpstr>
      <vt:lpstr>Aptos Narrow</vt:lpstr>
      <vt:lpstr>Arial</vt:lpstr>
      <vt:lpstr>Consolas</vt:lpstr>
      <vt:lpstr>Monaco</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OOM-Fixed version of G2-AIMD Faster?</vt:lpstr>
      <vt:lpstr>Why G2-AIMD is Faster </vt:lpstr>
      <vt:lpstr>Scratch Buffers</vt:lpstr>
      <vt:lpstr>Handling Big Tasks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19</cp:revision>
  <dcterms:created xsi:type="dcterms:W3CDTF">2026-04-20T02:32:18Z</dcterms:created>
  <dcterms:modified xsi:type="dcterms:W3CDTF">2026-08-10T21:57:23Z</dcterms:modified>
</cp:coreProperties>
</file>