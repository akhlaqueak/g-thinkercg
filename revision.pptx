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703"/>
  </p:normalViewPr>
  <p:slideViewPr>
    <p:cSldViewPr snapToGrid="0">
      <p:cViewPr varScale="1">
        <p:scale>
          <a:sx n="123" d="100"/>
          <a:sy n="123" d="100"/>
        </p:scale>
        <p:origin x="22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105.2 sec </a:t>
            </a:r>
          </a:p>
          <a:p>
            <a:r>
              <a:rPr lang="en-US" dirty="0"/>
              <a:t>host buffer read/write: 20.3 sec</a:t>
            </a:r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wikipedia_link_fr</a:t>
            </a:r>
            <a:r>
              <a:rPr lang="en-US" dirty="0">
                <a:solidFill>
                  <a:schemeClr val="accent1"/>
                </a:solidFill>
              </a:rPr>
              <a:t>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 - MQC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2828120"/>
              </p:ext>
            </p:extLst>
          </p:nvPr>
        </p:nvGraphicFramePr>
        <p:xfrm>
          <a:off x="904602" y="3063421"/>
          <a:ext cx="10378445" cy="3118103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52217D-D58A-58DB-010E-B8E0AF2338B1}"/>
              </a:ext>
            </a:extLst>
          </p:cNvPr>
          <p:cNvSpPr txBox="1"/>
          <p:nvPr/>
        </p:nvSpPr>
        <p:spPr>
          <a:xfrm>
            <a:off x="2493818" y="3096491"/>
            <a:ext cx="8507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switching to layered buffer should drop the computation instead of moving data host</a:t>
            </a:r>
          </a:p>
          <a:p>
            <a:endParaRPr lang="en-US" dirty="0"/>
          </a:p>
          <a:p>
            <a:r>
              <a:rPr lang="en-US" dirty="0"/>
              <a:t>delete page 3, 4 in worst case if </a:t>
            </a:r>
            <a:r>
              <a:rPr lang="en-US"/>
              <a:t>can’t complete in 5 min</a:t>
            </a:r>
          </a:p>
        </p:txBody>
      </p:sp>
    </p:spTree>
    <p:extLst>
      <p:ext uri="{BB962C8B-B14F-4D97-AF65-F5344CB8AC3E}">
        <p14:creationId xmlns:p14="http://schemas.microsoft.com/office/powerpoint/2010/main" val="1093682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20232</TotalTime>
  <Words>260</Words>
  <Application>Microsoft Macintosh PowerPoint</Application>
  <PresentationFormat>Widescreen</PresentationFormat>
  <Paragraphs>99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 - MQC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4</cp:revision>
  <dcterms:created xsi:type="dcterms:W3CDTF">2026-04-20T02:32:18Z</dcterms:created>
  <dcterms:modified xsi:type="dcterms:W3CDTF">2026-07-11T20:16:56Z</dcterms:modified>
</cp:coreProperties>
</file>