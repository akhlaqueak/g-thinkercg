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8FCC2-6CD8-C9EF-9FD9-D3693D9448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C65EE2-2ECC-3C5C-E866-91AFD6F2A6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65A4D6-D480-B7AA-462C-03479678F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84DAC-AA37-8C49-B5B6-53E9519E19B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281B43-B5E3-F9F5-4BF7-15672D6C4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EBFAE-E1AF-CFCE-DD68-F96DB4792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DC34-D7BB-C24E-8041-A2B20FADB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436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2EFD9-C212-57F7-C85C-17D2C0195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6B25D-889A-32AF-FD02-62323B239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C122E-5C2F-7599-9C0C-C81C37063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84DAC-AA37-8C49-B5B6-53E9519E19B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13A8F1-2B9E-4725-EFFD-6286B3C3C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A8AEA-D89A-C65E-6B73-78CAC1E5A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DC34-D7BB-C24E-8041-A2B20FADB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71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B904F-AEDE-9839-0BE6-BB84006BC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2CCF4-78F7-2967-9BEE-F0029E63F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B11E9-1125-8EFD-A225-B22CE23E9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84DAC-AA37-8C49-B5B6-53E9519E19B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D144D-8070-C6C6-C791-402CA27E0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764B6-4E8E-B9BD-C1EA-316DEA9DB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DC34-D7BB-C24E-8041-A2B20FADB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835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37286-6F42-64A7-D03A-6C399084F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1AE32-BCEE-B1A0-EE6F-F6F55B145C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59F491-69FC-7F77-3A37-42F1A76C32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7AE3E9-5EE1-81DD-58BD-5C9910336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84DAC-AA37-8C49-B5B6-53E9519E19B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D8C946-B4F6-249B-E976-E04A6ED3D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CEFFC-D441-9F53-1741-A51888F66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DC34-D7BB-C24E-8041-A2B20FADB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601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CC61A-F181-73CD-E382-60A5878DB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9A9D8A-1AA3-7E64-9B9C-76C5AED8F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045CBA-7265-5D6C-9E9A-0E37B41D16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29C13A-C48A-73F6-D370-4D7D666B2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490D0D-B6E1-74D5-B586-C29B4DC4F7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0A82CF-7E6F-621E-63BC-9BE6B59A4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84DAC-AA37-8C49-B5B6-53E9519E19B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2AF6FC-14F0-F557-8B55-689C7C922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72CCC6-C83A-CC6A-88D8-89B4197AA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DC34-D7BB-C24E-8041-A2B20FADB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869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026FB-F82C-4ECD-EB69-75E1B92D8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756E7C-69BE-9C46-C5B3-CC2291FD2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84DAC-AA37-8C49-B5B6-53E9519E19B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8C6168-9855-84F7-8D7A-52ADE7D36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FD3A02-888B-5D8B-BD28-D8DE5D6B3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DC34-D7BB-C24E-8041-A2B20FADB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45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168F61-DF89-4755-8555-26EDFDCB7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84DAC-AA37-8C49-B5B6-53E9519E19B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FA70ED-39AF-DD47-5C8E-45F184ED2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3031C-7849-FFAB-D7BE-9C2FAE3C8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DC34-D7BB-C24E-8041-A2B20FADB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301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F478F-B1FA-7BDB-36C3-DDFA14488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6EE8B-229B-997D-A171-01118C990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C8B40-0B36-CBEB-2BB4-1879690CF4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F7929D-C037-AD47-C5AF-BE76D23FD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84DAC-AA37-8C49-B5B6-53E9519E19B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5A27F-6260-CD0A-0846-D3952688C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41465D-9A18-8876-B0A2-94A040FCA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DC34-D7BB-C24E-8041-A2B20FADB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596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4DD0D-7A26-5E7B-BBEF-E14658070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C8715F-8281-44AB-619D-17EC6CC42C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61771F-8D88-6066-1062-E7D4F3BF66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D819B4-46CC-D375-BC23-78F2E9FA8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84DAC-AA37-8C49-B5B6-53E9519E19B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625E3-9979-3408-C588-FD39F37D4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6AC7B0-ACE9-5947-8FDA-879F59A05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DC34-D7BB-C24E-8041-A2B20FADB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351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C66FA-D9E8-3C3F-7980-CA28F9FA4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058B1F-270F-FF14-46CD-8D7AEF1FC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6D945-880A-E7FF-96F4-8EEF81BE9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84DAC-AA37-8C49-B5B6-53E9519E19B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E45BF-986F-C31E-50E1-DB0216129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A82DD-4FF2-886E-A92B-F01AE9793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DC34-D7BB-C24E-8041-A2B20FADB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078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4399E1-9F0D-61B4-3F00-B7F43D64CB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140E4-11D8-A7C7-0F62-FDABD2CCD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262A7-0A29-0070-16A4-999F3B003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84DAC-AA37-8C49-B5B6-53E9519E19B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78B2C-0EC6-8B88-BE71-DC9C3EC64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FFF9F-FF47-1654-7F28-2EC6A6256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FDC34-D7BB-C24E-8041-A2B20FADB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271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AA00FA-5594-4369-5228-B9B0CB884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3CEC81-0E19-3B5C-992C-7188030D6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74B29A-EA94-D501-3D91-A94AE1366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584DAC-AA37-8C49-B5B6-53E9519E19BB}" type="datetimeFigureOut">
              <a:rPr lang="en-US" smtClean="0"/>
              <a:t>4/19/26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5945-053E-B5ED-4102-14373FB57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FC8C2-BFDA-B1DB-E344-F18838133F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2FDC34-D7BB-C24E-8041-A2B20FADB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378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BEBCD-B01C-60AC-7ACC-7B14830B83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0A2074-1578-DCE1-47F5-9394AAB8FE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57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Ahmad, Akhlaque</dc:creator>
  <cp:lastModifiedBy>Ahmad, Akhlaque</cp:lastModifiedBy>
  <cp:revision>1</cp:revision>
  <dcterms:created xsi:type="dcterms:W3CDTF">2026-04-20T02:32:18Z</dcterms:created>
  <dcterms:modified xsi:type="dcterms:W3CDTF">2026-04-20T02:32:42Z</dcterms:modified>
</cp:coreProperties>
</file>