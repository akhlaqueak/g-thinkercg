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94"/>
  </p:normalViewPr>
  <p:slideViewPr>
    <p:cSldViewPr snapToGrid="0">
      <p:cViewPr varScale="1">
        <p:scale>
          <a:sx n="121" d="100"/>
          <a:sy n="121" d="100"/>
        </p:scale>
        <p:origin x="39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105.2 sec </a:t>
            </a:r>
          </a:p>
          <a:p>
            <a:r>
              <a:rPr lang="en-US" dirty="0"/>
              <a:t>host buffer read/write: 20.3 sec</a:t>
            </a:r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wikipedia_link_fr</a:t>
            </a:r>
            <a:r>
              <a:rPr lang="en-US" dirty="0">
                <a:solidFill>
                  <a:schemeClr val="accent1"/>
                </a:solidFill>
              </a:rPr>
              <a:t>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 - MQC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2828120"/>
              </p:ext>
            </p:extLst>
          </p:nvPr>
        </p:nvGraphicFramePr>
        <p:xfrm>
          <a:off x="904602" y="3063421"/>
          <a:ext cx="10378445" cy="3118103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</TotalTime>
  <Words>233</Words>
  <Application>Microsoft Macintosh PowerPoint</Application>
  <PresentationFormat>Widescreen</PresentationFormat>
  <Paragraphs>96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Aptos Narrow</vt:lpstr>
      <vt:lpstr>Arial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 - MQC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2</cp:revision>
  <dcterms:created xsi:type="dcterms:W3CDTF">2026-04-20T02:32:18Z</dcterms:created>
  <dcterms:modified xsi:type="dcterms:W3CDTF">2026-04-20T13:00:02Z</dcterms:modified>
</cp:coreProperties>
</file>