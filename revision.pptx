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75" r:id="rId24"/>
    <p:sldId id="281" r:id="rId25"/>
    <p:sldId id="283" r:id="rId26"/>
    <p:sldId id="258" r:id="rId27"/>
    <p:sldId id="276" r:id="rId28"/>
    <p:sldId id="277" r:id="rId29"/>
    <p:sldId id="282" r:id="rId30"/>
    <p:sldId id="278" r:id="rId31"/>
    <p:sldId id="279" r:id="rId32"/>
    <p:sldId id="26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22"/>
    <p:restoredTop sz="96512"/>
  </p:normalViewPr>
  <p:slideViewPr>
    <p:cSldViewPr snapToGrid="0">
      <p:cViewPr varScale="1">
        <p:scale>
          <a:sx n="121" d="100"/>
          <a:sy n="121" d="100"/>
        </p:scale>
        <p:origin x="200"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lnSpcReduction="10000"/>
          </a:bodyPr>
          <a:lstStyle/>
          <a:p>
            <a:pPr marL="0" indent="0">
              <a:buNone/>
            </a:pPr>
            <a:r>
              <a:rPr lang="en-US" dirty="0"/>
              <a:t>In some cases, G2-AIMD outperforms GPU-hybrid even when neither system overflows.</a:t>
            </a:r>
          </a:p>
          <a:p>
            <a:pPr lvl="0"/>
            <a:r>
              <a:rPr lang="en-US" dirty="0"/>
              <a:t>G2-AIMD follows a simpler, application-specific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4214811" y="6123543"/>
            <a:ext cx="6807376" cy="369332"/>
          </a:xfrm>
          <a:prstGeom prst="rect">
            <a:avLst/>
          </a:prstGeom>
          <a:noFill/>
        </p:spPr>
        <p:txBody>
          <a:bodyPr wrap="none" rtlCol="0">
            <a:spAutoFit/>
          </a:bodyPr>
          <a:lstStyle/>
          <a:p>
            <a:r>
              <a:rPr lang="en-US" dirty="0">
                <a:solidFill>
                  <a:srgbClr val="C00000"/>
                </a:solidFill>
              </a:rPr>
              <a:t>This may explain why some instances in MQC are slower e.g. </a:t>
            </a:r>
            <a:r>
              <a:rPr lang="en-US" dirty="0" err="1">
                <a:solidFill>
                  <a:srgbClr val="C00000"/>
                </a:solidFill>
              </a:rPr>
              <a:t>Flixter</a:t>
            </a:r>
            <a:endParaRPr lang="en-US" dirty="0">
              <a:solidFill>
                <a:srgbClr val="C00000"/>
              </a:solidFill>
            </a:endParaRPr>
          </a:p>
        </p:txBody>
      </p:sp>
    </p:spTree>
    <p:extLst>
      <p:ext uri="{BB962C8B-B14F-4D97-AF65-F5344CB8AC3E}">
        <p14:creationId xmlns:p14="http://schemas.microsoft.com/office/powerpoint/2010/main" val="70167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91E18-9DFD-BE05-AAD5-88906D182AFF}"/>
              </a:ext>
            </a:extLst>
          </p:cNvPr>
          <p:cNvSpPr>
            <a:spLocks noGrp="1"/>
          </p:cNvSpPr>
          <p:nvPr>
            <p:ph type="title"/>
          </p:nvPr>
        </p:nvSpPr>
        <p:spPr/>
        <p:txBody>
          <a:bodyPr/>
          <a:lstStyle/>
          <a:p>
            <a:r>
              <a:rPr lang="en-US"/>
              <a:t>Update CPU Worker</a:t>
            </a:r>
            <a:endParaRPr lang="en-US" dirty="0"/>
          </a:p>
        </p:txBody>
      </p:sp>
      <p:pic>
        <p:nvPicPr>
          <p:cNvPr id="4" name="Picture 3">
            <a:extLst>
              <a:ext uri="{FF2B5EF4-FFF2-40B4-BE49-F238E27FC236}">
                <a16:creationId xmlns:a16="http://schemas.microsoft.com/office/drawing/2014/main" id="{B34F3316-7270-F1BB-A82C-E34019F8BAEE}"/>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7" name="Picture 6">
            <a:extLst>
              <a:ext uri="{FF2B5EF4-FFF2-40B4-BE49-F238E27FC236}">
                <a16:creationId xmlns:a16="http://schemas.microsoft.com/office/drawing/2014/main" id="{0887BFF7-624C-257F-6649-8B778DD7D07F}"/>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8" name="TextBox 7">
            <a:extLst>
              <a:ext uri="{FF2B5EF4-FFF2-40B4-BE49-F238E27FC236}">
                <a16:creationId xmlns:a16="http://schemas.microsoft.com/office/drawing/2014/main" id="{8D916048-DF75-1452-4265-9D9A582345D9}"/>
              </a:ext>
            </a:extLst>
          </p:cNvPr>
          <p:cNvSpPr txBox="1"/>
          <p:nvPr/>
        </p:nvSpPr>
        <p:spPr>
          <a:xfrm>
            <a:off x="7412901" y="5259645"/>
            <a:ext cx="626006" cy="276999"/>
          </a:xfrm>
          <a:prstGeom prst="rect">
            <a:avLst/>
          </a:prstGeom>
          <a:noFill/>
        </p:spPr>
        <p:txBody>
          <a:bodyPr wrap="square" rtlCol="0">
            <a:spAutoFit/>
          </a:bodyPr>
          <a:lstStyle/>
          <a:p>
            <a:r>
              <a:rPr lang="en-US" sz="1200" b="1" i="1" dirty="0"/>
              <a:t>big</a:t>
            </a:r>
          </a:p>
        </p:txBody>
      </p:sp>
      <p:pic>
        <p:nvPicPr>
          <p:cNvPr id="15" name="Picture 14">
            <a:extLst>
              <a:ext uri="{FF2B5EF4-FFF2-40B4-BE49-F238E27FC236}">
                <a16:creationId xmlns:a16="http://schemas.microsoft.com/office/drawing/2014/main" id="{190DF368-E8DA-C66C-E90C-77DD0DB2C4F5}"/>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16" name="TextBox 15">
            <a:extLst>
              <a:ext uri="{FF2B5EF4-FFF2-40B4-BE49-F238E27FC236}">
                <a16:creationId xmlns:a16="http://schemas.microsoft.com/office/drawing/2014/main" id="{132A7DEC-0ED2-99D7-C858-3C74D3068193}"/>
              </a:ext>
            </a:extLst>
          </p:cNvPr>
          <p:cNvSpPr txBox="1"/>
          <p:nvPr/>
        </p:nvSpPr>
        <p:spPr>
          <a:xfrm>
            <a:off x="5721350" y="1321356"/>
            <a:ext cx="954107" cy="369332"/>
          </a:xfrm>
          <a:prstGeom prst="rect">
            <a:avLst/>
          </a:prstGeom>
          <a:noFill/>
        </p:spPr>
        <p:txBody>
          <a:bodyPr wrap="none" rtlCol="0">
            <a:spAutoFit/>
          </a:bodyPr>
          <a:lstStyle/>
          <a:p>
            <a:r>
              <a:rPr lang="en-US"/>
              <a:t>CPU </a:t>
            </a:r>
            <a:r>
              <a:rPr lang="en-US">
                <a:sym typeface="Wingdings" pitchFamily="2" charset="2"/>
              </a:rPr>
              <a:t> </a:t>
            </a:r>
            <a:endParaRPr lang="en-US" dirty="0"/>
          </a:p>
        </p:txBody>
      </p:sp>
      <p:sp>
        <p:nvSpPr>
          <p:cNvPr id="17" name="TextBox 16">
            <a:extLst>
              <a:ext uri="{FF2B5EF4-FFF2-40B4-BE49-F238E27FC236}">
                <a16:creationId xmlns:a16="http://schemas.microsoft.com/office/drawing/2014/main" id="{12E7DE85-92A7-A7EA-AE7C-F1B776E35B2C}"/>
              </a:ext>
            </a:extLst>
          </p:cNvPr>
          <p:cNvSpPr txBox="1"/>
          <p:nvPr/>
        </p:nvSpPr>
        <p:spPr>
          <a:xfrm>
            <a:off x="4622800" y="1586299"/>
            <a:ext cx="989438" cy="369332"/>
          </a:xfrm>
          <a:prstGeom prst="rect">
            <a:avLst/>
          </a:prstGeom>
          <a:noFill/>
        </p:spPr>
        <p:txBody>
          <a:bodyPr wrap="none" rtlCol="0">
            <a:spAutoFit/>
          </a:bodyPr>
          <a:lstStyle/>
          <a:p>
            <a:r>
              <a:rPr lang="en-US" dirty="0" err="1"/>
              <a:t>big_root</a:t>
            </a:r>
            <a:endParaRPr lang="en-US" dirty="0"/>
          </a:p>
        </p:txBody>
      </p:sp>
      <p:cxnSp>
        <p:nvCxnSpPr>
          <p:cNvPr id="19" name="Straight Arrow Connector 18">
            <a:extLst>
              <a:ext uri="{FF2B5EF4-FFF2-40B4-BE49-F238E27FC236}">
                <a16:creationId xmlns:a16="http://schemas.microsoft.com/office/drawing/2014/main" id="{77C7BAF6-FF5F-E302-0365-0CAF2AAD1F7C}"/>
              </a:ext>
            </a:extLst>
          </p:cNvPr>
          <p:cNvCxnSpPr>
            <a:stCxn id="15"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188E86F-74E4-1777-90C5-96968350B754}"/>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953AEAA8-B890-570B-D908-E2423BC4FBAA}"/>
              </a:ext>
            </a:extLst>
          </p:cNvPr>
          <p:cNvSpPr txBox="1"/>
          <p:nvPr/>
        </p:nvSpPr>
        <p:spPr>
          <a:xfrm>
            <a:off x="6592907" y="4618895"/>
            <a:ext cx="950004" cy="646331"/>
          </a:xfrm>
          <a:prstGeom prst="rect">
            <a:avLst/>
          </a:prstGeom>
          <a:noFill/>
        </p:spPr>
        <p:txBody>
          <a:bodyPr wrap="none" rtlCol="0">
            <a:spAutoFit/>
          </a:bodyPr>
          <a:lstStyle/>
          <a:p>
            <a:r>
              <a:rPr lang="en-US"/>
              <a:t>still a </a:t>
            </a:r>
            <a:endParaRPr lang="en-US" dirty="0"/>
          </a:p>
          <a:p>
            <a:r>
              <a:rPr lang="en-US"/>
              <a:t>big task</a:t>
            </a:r>
            <a:endParaRPr lang="en-US" dirty="0"/>
          </a:p>
        </p:txBody>
      </p:sp>
      <p:pic>
        <p:nvPicPr>
          <p:cNvPr id="25" name="Picture 24">
            <a:extLst>
              <a:ext uri="{FF2B5EF4-FFF2-40B4-BE49-F238E27FC236}">
                <a16:creationId xmlns:a16="http://schemas.microsoft.com/office/drawing/2014/main" id="{93D4A19A-2EDE-CB25-E141-9CEF122CCFC2}"/>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26" name="Straight Arrow Connector 25">
            <a:extLst>
              <a:ext uri="{FF2B5EF4-FFF2-40B4-BE49-F238E27FC236}">
                <a16:creationId xmlns:a16="http://schemas.microsoft.com/office/drawing/2014/main" id="{F8B99B4F-A683-F981-B0B5-E57FAF0629D9}"/>
              </a:ext>
            </a:extLst>
          </p:cNvPr>
          <p:cNvCxnSpPr>
            <a:cxnSpLocks/>
            <a:endCxn id="25"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089AF7A7-23FB-40B7-63F6-C7FA798F1045}"/>
              </a:ext>
            </a:extLst>
          </p:cNvPr>
          <p:cNvSpPr txBox="1"/>
          <p:nvPr/>
        </p:nvSpPr>
        <p:spPr>
          <a:xfrm>
            <a:off x="8700988" y="5805707"/>
            <a:ext cx="716863" cy="369332"/>
          </a:xfrm>
          <a:prstGeom prst="rect">
            <a:avLst/>
          </a:prstGeom>
          <a:noFill/>
        </p:spPr>
        <p:txBody>
          <a:bodyPr wrap="none" rtlCol="0">
            <a:spAutoFit/>
          </a:bodyPr>
          <a:lstStyle/>
          <a:p>
            <a:r>
              <a:rPr lang="en-US" i="1" dirty="0" err="1"/>
              <a:t>big_S</a:t>
            </a:r>
            <a:endParaRPr lang="en-US" i="1" dirty="0"/>
          </a:p>
        </p:txBody>
      </p:sp>
      <p:cxnSp>
        <p:nvCxnSpPr>
          <p:cNvPr id="33" name="Straight Arrow Connector 32">
            <a:extLst>
              <a:ext uri="{FF2B5EF4-FFF2-40B4-BE49-F238E27FC236}">
                <a16:creationId xmlns:a16="http://schemas.microsoft.com/office/drawing/2014/main" id="{11A66878-DAE4-281F-4E7A-65095BA631A9}"/>
              </a:ext>
            </a:extLst>
          </p:cNvPr>
          <p:cNvCxnSpPr>
            <a:cxnSpLocks/>
            <a:stCxn id="25"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92813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43729</TotalTime>
  <Words>2336</Words>
  <Application>Microsoft Macintosh PowerPoint</Application>
  <PresentationFormat>Widescreen</PresentationFormat>
  <Paragraphs>344</Paragraphs>
  <Slides>32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Aptos Narrow</vt:lpstr>
      <vt:lpstr>Arial</vt:lpstr>
      <vt:lpstr>Consolas</vt:lpstr>
      <vt:lpstr>Monaco</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SM Application</vt:lpstr>
      <vt:lpstr>MQC Application</vt:lpstr>
      <vt:lpstr>MQC Adaptive GPU Chunk</vt:lpstr>
      <vt:lpstr>Host Buffer</vt:lpstr>
      <vt:lpstr>Buffer Reservation – System </vt:lpstr>
      <vt:lpstr>Buffer Reservation – App </vt:lpstr>
      <vt:lpstr>Why G2-AIMD is Faster </vt:lpstr>
      <vt:lpstr>Scratch Buffers</vt:lpstr>
      <vt:lpstr>Handling Big Tasks</vt:lpstr>
      <vt:lpstr>Update CPU Worker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15</cp:revision>
  <dcterms:created xsi:type="dcterms:W3CDTF">2026-04-20T02:32:18Z</dcterms:created>
  <dcterms:modified xsi:type="dcterms:W3CDTF">2026-08-05T21:42:44Z</dcterms:modified>
</cp:coreProperties>
</file>